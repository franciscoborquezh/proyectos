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61" r:id="rId5"/>
    <p:sldId id="263" r:id="rId6"/>
    <p:sldId id="265" r:id="rId7"/>
    <p:sldId id="262" r:id="rId8"/>
    <p:sldId id="278" r:id="rId9"/>
    <p:sldId id="267" r:id="rId10"/>
    <p:sldId id="2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7887" autoAdjust="0"/>
  </p:normalViewPr>
  <p:slideViewPr>
    <p:cSldViewPr snapToGrid="0" showGuides="1">
      <p:cViewPr varScale="1">
        <p:scale>
          <a:sx n="75" d="100"/>
          <a:sy n="75" d="100"/>
        </p:scale>
        <p:origin x="82" y="2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E8251D-EA14-42C6-A259-78120DF79317}" type="doc">
      <dgm:prSet loTypeId="urn:microsoft.com/office/officeart/2005/8/layout/gear1" loCatId="relationship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s-CL"/>
        </a:p>
      </dgm:t>
    </dgm:pt>
    <dgm:pt modelId="{B4A0FD09-93B8-436E-AB38-708BDD466706}">
      <dgm:prSet phldrT="[Text]"/>
      <dgm:spPr/>
      <dgm:t>
        <a:bodyPr/>
        <a:lstStyle/>
        <a:p>
          <a:r>
            <a:rPr lang="es-CL" dirty="0">
              <a:solidFill>
                <a:srgbClr val="2C567A"/>
              </a:solidFill>
            </a:rPr>
            <a:t>Marketing según contribución regional</a:t>
          </a:r>
        </a:p>
      </dgm:t>
    </dgm:pt>
    <dgm:pt modelId="{1240AD77-DF47-41FB-B80E-E8D0BA86B1DA}" type="parTrans" cxnId="{97A8ABA6-C624-490C-A32F-E558622CF4A1}">
      <dgm:prSet/>
      <dgm:spPr/>
      <dgm:t>
        <a:bodyPr/>
        <a:lstStyle/>
        <a:p>
          <a:endParaRPr lang="es-CL"/>
        </a:p>
      </dgm:t>
    </dgm:pt>
    <dgm:pt modelId="{159AA7BE-A80F-473B-950A-DAEA6E608BCB}" type="sibTrans" cxnId="{97A8ABA6-C624-490C-A32F-E558622CF4A1}">
      <dgm:prSet/>
      <dgm:spPr/>
      <dgm:t>
        <a:bodyPr/>
        <a:lstStyle/>
        <a:p>
          <a:endParaRPr lang="es-CL"/>
        </a:p>
      </dgm:t>
    </dgm:pt>
    <dgm:pt modelId="{0FD3299E-0984-4A3C-A644-A689BE068015}">
      <dgm:prSet phldrT="[Text]"/>
      <dgm:spPr/>
      <dgm:t>
        <a:bodyPr/>
        <a:lstStyle/>
        <a:p>
          <a:r>
            <a:rPr lang="es-CL" dirty="0">
              <a:solidFill>
                <a:srgbClr val="0D1D51"/>
              </a:solidFill>
            </a:rPr>
            <a:t>Alianzas Confiables</a:t>
          </a:r>
        </a:p>
      </dgm:t>
    </dgm:pt>
    <dgm:pt modelId="{862BD0A7-F028-4D31-B71A-8F7084840512}" type="parTrans" cxnId="{9F7B530D-B4F9-4EB3-B316-F60AE1A83272}">
      <dgm:prSet/>
      <dgm:spPr/>
      <dgm:t>
        <a:bodyPr/>
        <a:lstStyle/>
        <a:p>
          <a:endParaRPr lang="es-CL"/>
        </a:p>
      </dgm:t>
    </dgm:pt>
    <dgm:pt modelId="{7757F724-B298-47BE-BE60-FF956E86ACF6}" type="sibTrans" cxnId="{9F7B530D-B4F9-4EB3-B316-F60AE1A83272}">
      <dgm:prSet/>
      <dgm:spPr/>
      <dgm:t>
        <a:bodyPr/>
        <a:lstStyle/>
        <a:p>
          <a:endParaRPr lang="es-CL"/>
        </a:p>
      </dgm:t>
    </dgm:pt>
    <dgm:pt modelId="{8BBC3533-41ED-4735-9B8C-C6BBDD36CD7B}">
      <dgm:prSet phldrT="[Text]"/>
      <dgm:spPr/>
      <dgm:t>
        <a:bodyPr/>
        <a:lstStyle/>
        <a:p>
          <a:r>
            <a:rPr lang="es-CL" dirty="0"/>
            <a:t>Estratificación ABC de títulos</a:t>
          </a:r>
        </a:p>
      </dgm:t>
    </dgm:pt>
    <dgm:pt modelId="{3CF78067-B9C9-4DF4-B020-216D02D527AA}" type="parTrans" cxnId="{74A93EA9-8B46-4CF1-A0FE-60CE181EA8CF}">
      <dgm:prSet/>
      <dgm:spPr/>
      <dgm:t>
        <a:bodyPr/>
        <a:lstStyle/>
        <a:p>
          <a:endParaRPr lang="es-CL"/>
        </a:p>
      </dgm:t>
    </dgm:pt>
    <dgm:pt modelId="{D45613FA-4A75-4143-9528-17312196EC11}" type="sibTrans" cxnId="{74A93EA9-8B46-4CF1-A0FE-60CE181EA8CF}">
      <dgm:prSet/>
      <dgm:spPr/>
      <dgm:t>
        <a:bodyPr/>
        <a:lstStyle/>
        <a:p>
          <a:endParaRPr lang="es-CL"/>
        </a:p>
      </dgm:t>
    </dgm:pt>
    <dgm:pt modelId="{6FF10206-1185-479E-9271-0E9B3C1A2386}" type="pres">
      <dgm:prSet presAssocID="{F8E8251D-EA14-42C6-A259-78120DF79317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82D4E135-881F-4076-BD15-44D160A0A9B2}" type="pres">
      <dgm:prSet presAssocID="{B4A0FD09-93B8-436E-AB38-708BDD466706}" presName="gear1" presStyleLbl="node1" presStyleIdx="0" presStyleCnt="3" custScaleX="90705" custScaleY="85452" custLinFactNeighborX="4421" custLinFactNeighborY="3455">
        <dgm:presLayoutVars>
          <dgm:chMax val="1"/>
          <dgm:bulletEnabled val="1"/>
        </dgm:presLayoutVars>
      </dgm:prSet>
      <dgm:spPr/>
    </dgm:pt>
    <dgm:pt modelId="{E08FDF1F-5071-4219-8B9E-1C27637F02FB}" type="pres">
      <dgm:prSet presAssocID="{B4A0FD09-93B8-436E-AB38-708BDD466706}" presName="gear1srcNode" presStyleLbl="node1" presStyleIdx="0" presStyleCnt="3"/>
      <dgm:spPr/>
    </dgm:pt>
    <dgm:pt modelId="{1832D67C-7D5B-42C3-A26F-708B62190AFA}" type="pres">
      <dgm:prSet presAssocID="{B4A0FD09-93B8-436E-AB38-708BDD466706}" presName="gear1dstNode" presStyleLbl="node1" presStyleIdx="0" presStyleCnt="3"/>
      <dgm:spPr/>
    </dgm:pt>
    <dgm:pt modelId="{00FD579D-4DC3-49C1-AD4C-94765FE683A4}" type="pres">
      <dgm:prSet presAssocID="{0FD3299E-0984-4A3C-A644-A689BE068015}" presName="gear2" presStyleLbl="node1" presStyleIdx="1" presStyleCnt="3">
        <dgm:presLayoutVars>
          <dgm:chMax val="1"/>
          <dgm:bulletEnabled val="1"/>
        </dgm:presLayoutVars>
      </dgm:prSet>
      <dgm:spPr/>
    </dgm:pt>
    <dgm:pt modelId="{F396726D-ED88-47DF-93B4-8563B3091E4D}" type="pres">
      <dgm:prSet presAssocID="{0FD3299E-0984-4A3C-A644-A689BE068015}" presName="gear2srcNode" presStyleLbl="node1" presStyleIdx="1" presStyleCnt="3"/>
      <dgm:spPr/>
    </dgm:pt>
    <dgm:pt modelId="{0C606DE2-0FF2-4080-95CA-C41976DCA6F8}" type="pres">
      <dgm:prSet presAssocID="{0FD3299E-0984-4A3C-A644-A689BE068015}" presName="gear2dstNode" presStyleLbl="node1" presStyleIdx="1" presStyleCnt="3"/>
      <dgm:spPr/>
    </dgm:pt>
    <dgm:pt modelId="{C59C665D-9A57-48F8-ACB6-9F900E61672A}" type="pres">
      <dgm:prSet presAssocID="{8BBC3533-41ED-4735-9B8C-C6BBDD36CD7B}" presName="gear3" presStyleLbl="node1" presStyleIdx="2" presStyleCnt="3"/>
      <dgm:spPr/>
    </dgm:pt>
    <dgm:pt modelId="{B4A89E88-97D4-4B2B-B909-76DF0694020F}" type="pres">
      <dgm:prSet presAssocID="{8BBC3533-41ED-4735-9B8C-C6BBDD36CD7B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40C2CD57-5823-45C3-A2E1-DC1E03CFE680}" type="pres">
      <dgm:prSet presAssocID="{8BBC3533-41ED-4735-9B8C-C6BBDD36CD7B}" presName="gear3srcNode" presStyleLbl="node1" presStyleIdx="2" presStyleCnt="3"/>
      <dgm:spPr/>
    </dgm:pt>
    <dgm:pt modelId="{812DBBA9-827A-4249-9648-B624BE88A141}" type="pres">
      <dgm:prSet presAssocID="{8BBC3533-41ED-4735-9B8C-C6BBDD36CD7B}" presName="gear3dstNode" presStyleLbl="node1" presStyleIdx="2" presStyleCnt="3"/>
      <dgm:spPr/>
    </dgm:pt>
    <dgm:pt modelId="{7E8421EE-557F-4D13-B43A-51397C35FE0A}" type="pres">
      <dgm:prSet presAssocID="{159AA7BE-A80F-473B-950A-DAEA6E608BCB}" presName="connector1" presStyleLbl="sibTrans2D1" presStyleIdx="0" presStyleCnt="3"/>
      <dgm:spPr/>
    </dgm:pt>
    <dgm:pt modelId="{2F82AB4B-36C4-4EAD-9900-7AEC2C744CF4}" type="pres">
      <dgm:prSet presAssocID="{7757F724-B298-47BE-BE60-FF956E86ACF6}" presName="connector2" presStyleLbl="sibTrans2D1" presStyleIdx="1" presStyleCnt="3"/>
      <dgm:spPr/>
    </dgm:pt>
    <dgm:pt modelId="{E97C1812-3128-4BA5-9205-1881118D8762}" type="pres">
      <dgm:prSet presAssocID="{D45613FA-4A75-4143-9528-17312196EC11}" presName="connector3" presStyleLbl="sibTrans2D1" presStyleIdx="2" presStyleCnt="3"/>
      <dgm:spPr/>
    </dgm:pt>
  </dgm:ptLst>
  <dgm:cxnLst>
    <dgm:cxn modelId="{9F7B530D-B4F9-4EB3-B316-F60AE1A83272}" srcId="{F8E8251D-EA14-42C6-A259-78120DF79317}" destId="{0FD3299E-0984-4A3C-A644-A689BE068015}" srcOrd="1" destOrd="0" parTransId="{862BD0A7-F028-4D31-B71A-8F7084840512}" sibTransId="{7757F724-B298-47BE-BE60-FF956E86ACF6}"/>
    <dgm:cxn modelId="{694CC317-9DD8-4F57-94CB-57AE151DB50B}" type="presOf" srcId="{0FD3299E-0984-4A3C-A644-A689BE068015}" destId="{0C606DE2-0FF2-4080-95CA-C41976DCA6F8}" srcOrd="2" destOrd="0" presId="urn:microsoft.com/office/officeart/2005/8/layout/gear1"/>
    <dgm:cxn modelId="{917ED318-C759-4CEB-987A-F676E341E097}" type="presOf" srcId="{B4A0FD09-93B8-436E-AB38-708BDD466706}" destId="{E08FDF1F-5071-4219-8B9E-1C27637F02FB}" srcOrd="1" destOrd="0" presId="urn:microsoft.com/office/officeart/2005/8/layout/gear1"/>
    <dgm:cxn modelId="{6FD6671A-63B6-4A2B-BE34-F0568071FC8B}" type="presOf" srcId="{D45613FA-4A75-4143-9528-17312196EC11}" destId="{E97C1812-3128-4BA5-9205-1881118D8762}" srcOrd="0" destOrd="0" presId="urn:microsoft.com/office/officeart/2005/8/layout/gear1"/>
    <dgm:cxn modelId="{DABCFC2D-A993-411B-A824-A5709436D838}" type="presOf" srcId="{8BBC3533-41ED-4735-9B8C-C6BBDD36CD7B}" destId="{B4A89E88-97D4-4B2B-B909-76DF0694020F}" srcOrd="1" destOrd="0" presId="urn:microsoft.com/office/officeart/2005/8/layout/gear1"/>
    <dgm:cxn modelId="{BD56CE65-2F6E-4639-9BC8-810AA97C62E7}" type="presOf" srcId="{7757F724-B298-47BE-BE60-FF956E86ACF6}" destId="{2F82AB4B-36C4-4EAD-9900-7AEC2C744CF4}" srcOrd="0" destOrd="0" presId="urn:microsoft.com/office/officeart/2005/8/layout/gear1"/>
    <dgm:cxn modelId="{B30FBC69-999C-433D-915C-1E3397555D9B}" type="presOf" srcId="{159AA7BE-A80F-473B-950A-DAEA6E608BCB}" destId="{7E8421EE-557F-4D13-B43A-51397C35FE0A}" srcOrd="0" destOrd="0" presId="urn:microsoft.com/office/officeart/2005/8/layout/gear1"/>
    <dgm:cxn modelId="{7BA0AB51-17B5-43FD-B558-32CE293BFE39}" type="presOf" srcId="{B4A0FD09-93B8-436E-AB38-708BDD466706}" destId="{82D4E135-881F-4076-BD15-44D160A0A9B2}" srcOrd="0" destOrd="0" presId="urn:microsoft.com/office/officeart/2005/8/layout/gear1"/>
    <dgm:cxn modelId="{1B85FD7B-35A7-4907-AE2C-1C6CDA9F743F}" type="presOf" srcId="{8BBC3533-41ED-4735-9B8C-C6BBDD36CD7B}" destId="{40C2CD57-5823-45C3-A2E1-DC1E03CFE680}" srcOrd="2" destOrd="0" presId="urn:microsoft.com/office/officeart/2005/8/layout/gear1"/>
    <dgm:cxn modelId="{E261FB90-06A4-45C5-A023-6DD93FEACAE2}" type="presOf" srcId="{8BBC3533-41ED-4735-9B8C-C6BBDD36CD7B}" destId="{C59C665D-9A57-48F8-ACB6-9F900E61672A}" srcOrd="0" destOrd="0" presId="urn:microsoft.com/office/officeart/2005/8/layout/gear1"/>
    <dgm:cxn modelId="{796A4E91-490C-4452-BF2E-402D57818678}" type="presOf" srcId="{0FD3299E-0984-4A3C-A644-A689BE068015}" destId="{00FD579D-4DC3-49C1-AD4C-94765FE683A4}" srcOrd="0" destOrd="0" presId="urn:microsoft.com/office/officeart/2005/8/layout/gear1"/>
    <dgm:cxn modelId="{97A8ABA6-C624-490C-A32F-E558622CF4A1}" srcId="{F8E8251D-EA14-42C6-A259-78120DF79317}" destId="{B4A0FD09-93B8-436E-AB38-708BDD466706}" srcOrd="0" destOrd="0" parTransId="{1240AD77-DF47-41FB-B80E-E8D0BA86B1DA}" sibTransId="{159AA7BE-A80F-473B-950A-DAEA6E608BCB}"/>
    <dgm:cxn modelId="{74A93EA9-8B46-4CF1-A0FE-60CE181EA8CF}" srcId="{F8E8251D-EA14-42C6-A259-78120DF79317}" destId="{8BBC3533-41ED-4735-9B8C-C6BBDD36CD7B}" srcOrd="2" destOrd="0" parTransId="{3CF78067-B9C9-4DF4-B020-216D02D527AA}" sibTransId="{D45613FA-4A75-4143-9528-17312196EC11}"/>
    <dgm:cxn modelId="{FFBEBEB3-5A5F-4AF3-B284-9D858376B6C0}" type="presOf" srcId="{0FD3299E-0984-4A3C-A644-A689BE068015}" destId="{F396726D-ED88-47DF-93B4-8563B3091E4D}" srcOrd="1" destOrd="0" presId="urn:microsoft.com/office/officeart/2005/8/layout/gear1"/>
    <dgm:cxn modelId="{02E8C4B8-14D9-4622-8DA6-525D0D55C31B}" type="presOf" srcId="{8BBC3533-41ED-4735-9B8C-C6BBDD36CD7B}" destId="{812DBBA9-827A-4249-9648-B624BE88A141}" srcOrd="3" destOrd="0" presId="urn:microsoft.com/office/officeart/2005/8/layout/gear1"/>
    <dgm:cxn modelId="{D3D2B3E8-F14C-48B3-9EAC-B687D9E03011}" type="presOf" srcId="{F8E8251D-EA14-42C6-A259-78120DF79317}" destId="{6FF10206-1185-479E-9271-0E9B3C1A2386}" srcOrd="0" destOrd="0" presId="urn:microsoft.com/office/officeart/2005/8/layout/gear1"/>
    <dgm:cxn modelId="{B5A165EC-AFCF-4433-9856-27872067E9E1}" type="presOf" srcId="{B4A0FD09-93B8-436E-AB38-708BDD466706}" destId="{1832D67C-7D5B-42C3-A26F-708B62190AFA}" srcOrd="2" destOrd="0" presId="urn:microsoft.com/office/officeart/2005/8/layout/gear1"/>
    <dgm:cxn modelId="{A990AB19-06F0-4201-A413-786805AD2CE9}" type="presParOf" srcId="{6FF10206-1185-479E-9271-0E9B3C1A2386}" destId="{82D4E135-881F-4076-BD15-44D160A0A9B2}" srcOrd="0" destOrd="0" presId="urn:microsoft.com/office/officeart/2005/8/layout/gear1"/>
    <dgm:cxn modelId="{9C9A37F7-F258-4FDD-9DA8-A5B1ED75C1BA}" type="presParOf" srcId="{6FF10206-1185-479E-9271-0E9B3C1A2386}" destId="{E08FDF1F-5071-4219-8B9E-1C27637F02FB}" srcOrd="1" destOrd="0" presId="urn:microsoft.com/office/officeart/2005/8/layout/gear1"/>
    <dgm:cxn modelId="{92AFC093-70C6-434F-902D-C6F982614318}" type="presParOf" srcId="{6FF10206-1185-479E-9271-0E9B3C1A2386}" destId="{1832D67C-7D5B-42C3-A26F-708B62190AFA}" srcOrd="2" destOrd="0" presId="urn:microsoft.com/office/officeart/2005/8/layout/gear1"/>
    <dgm:cxn modelId="{811DB0F8-09F5-4113-AE1C-6A0BA9F381FA}" type="presParOf" srcId="{6FF10206-1185-479E-9271-0E9B3C1A2386}" destId="{00FD579D-4DC3-49C1-AD4C-94765FE683A4}" srcOrd="3" destOrd="0" presId="urn:microsoft.com/office/officeart/2005/8/layout/gear1"/>
    <dgm:cxn modelId="{AE395702-64A5-4B7F-A613-6E30B41F9CEE}" type="presParOf" srcId="{6FF10206-1185-479E-9271-0E9B3C1A2386}" destId="{F396726D-ED88-47DF-93B4-8563B3091E4D}" srcOrd="4" destOrd="0" presId="urn:microsoft.com/office/officeart/2005/8/layout/gear1"/>
    <dgm:cxn modelId="{BA850FAB-AC14-400E-BF50-411C1278186E}" type="presParOf" srcId="{6FF10206-1185-479E-9271-0E9B3C1A2386}" destId="{0C606DE2-0FF2-4080-95CA-C41976DCA6F8}" srcOrd="5" destOrd="0" presId="urn:microsoft.com/office/officeart/2005/8/layout/gear1"/>
    <dgm:cxn modelId="{973865CA-08CD-4591-AC18-4699EF14127B}" type="presParOf" srcId="{6FF10206-1185-479E-9271-0E9B3C1A2386}" destId="{C59C665D-9A57-48F8-ACB6-9F900E61672A}" srcOrd="6" destOrd="0" presId="urn:microsoft.com/office/officeart/2005/8/layout/gear1"/>
    <dgm:cxn modelId="{0ABA6202-4F5C-4406-9991-635E4DAD0A9F}" type="presParOf" srcId="{6FF10206-1185-479E-9271-0E9B3C1A2386}" destId="{B4A89E88-97D4-4B2B-B909-76DF0694020F}" srcOrd="7" destOrd="0" presId="urn:microsoft.com/office/officeart/2005/8/layout/gear1"/>
    <dgm:cxn modelId="{1DDE4E98-C38F-496E-A67D-F9876814685E}" type="presParOf" srcId="{6FF10206-1185-479E-9271-0E9B3C1A2386}" destId="{40C2CD57-5823-45C3-A2E1-DC1E03CFE680}" srcOrd="8" destOrd="0" presId="urn:microsoft.com/office/officeart/2005/8/layout/gear1"/>
    <dgm:cxn modelId="{2843C342-5BB8-4875-82F3-9DEBFFA00C43}" type="presParOf" srcId="{6FF10206-1185-479E-9271-0E9B3C1A2386}" destId="{812DBBA9-827A-4249-9648-B624BE88A141}" srcOrd="9" destOrd="0" presId="urn:microsoft.com/office/officeart/2005/8/layout/gear1"/>
    <dgm:cxn modelId="{AA7A9203-B969-409B-BC62-C2179FBEF07F}" type="presParOf" srcId="{6FF10206-1185-479E-9271-0E9B3C1A2386}" destId="{7E8421EE-557F-4D13-B43A-51397C35FE0A}" srcOrd="10" destOrd="0" presId="urn:microsoft.com/office/officeart/2005/8/layout/gear1"/>
    <dgm:cxn modelId="{53850C5F-FF79-495D-A654-7513C4F98A0E}" type="presParOf" srcId="{6FF10206-1185-479E-9271-0E9B3C1A2386}" destId="{2F82AB4B-36C4-4EAD-9900-7AEC2C744CF4}" srcOrd="11" destOrd="0" presId="urn:microsoft.com/office/officeart/2005/8/layout/gear1"/>
    <dgm:cxn modelId="{8B76F150-F2E0-401E-B651-EA114AEBF073}" type="presParOf" srcId="{6FF10206-1185-479E-9271-0E9B3C1A2386}" destId="{E97C1812-3128-4BA5-9205-1881118D8762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5BD5BB-62A3-4803-A15F-0E0FA19C6250}" type="doc">
      <dgm:prSet loTypeId="urn:diagrams.loki3.com/Bracket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s-CL"/>
        </a:p>
      </dgm:t>
    </dgm:pt>
    <dgm:pt modelId="{BB84E7DC-3186-4C3C-9156-FE3669576001}">
      <dgm:prSet phldrT="[Text]"/>
      <dgm:spPr/>
      <dgm:t>
        <a:bodyPr/>
        <a:lstStyle/>
        <a:p>
          <a:r>
            <a:rPr lang="es-CL" dirty="0"/>
            <a:t>Invertir sin Riesgo</a:t>
          </a:r>
        </a:p>
      </dgm:t>
    </dgm:pt>
    <dgm:pt modelId="{02C699C4-13F4-4DEE-A6FE-81D38354A6D8}" type="parTrans" cxnId="{325C5AF5-04B1-4954-A58D-74C4D6E5D7E0}">
      <dgm:prSet/>
      <dgm:spPr/>
      <dgm:t>
        <a:bodyPr/>
        <a:lstStyle/>
        <a:p>
          <a:endParaRPr lang="es-CL"/>
        </a:p>
      </dgm:t>
    </dgm:pt>
    <dgm:pt modelId="{C3EB9BAD-ED7B-427C-9709-BABFA9F46517}" type="sibTrans" cxnId="{325C5AF5-04B1-4954-A58D-74C4D6E5D7E0}">
      <dgm:prSet/>
      <dgm:spPr/>
      <dgm:t>
        <a:bodyPr/>
        <a:lstStyle/>
        <a:p>
          <a:endParaRPr lang="es-CL"/>
        </a:p>
      </dgm:t>
    </dgm:pt>
    <dgm:pt modelId="{2955FE55-8D96-4724-867B-A494A0EFC8C6}">
      <dgm:prSet phldrT="[Text]"/>
      <dgm:spPr/>
      <dgm:t>
        <a:bodyPr/>
        <a:lstStyle/>
        <a:p>
          <a:r>
            <a:rPr lang="es-CL" dirty="0">
              <a:solidFill>
                <a:schemeClr val="accent1"/>
              </a:solidFill>
            </a:rPr>
            <a:t>Concentrar el 70% del presupuesto operativo en los títulos aprobados de la clase A.</a:t>
          </a:r>
        </a:p>
      </dgm:t>
    </dgm:pt>
    <dgm:pt modelId="{0249F920-86D7-46EE-9A3C-E08D24A51056}" type="parTrans" cxnId="{9757AAEE-B90D-43F4-8B09-F0E64092DFE4}">
      <dgm:prSet/>
      <dgm:spPr/>
      <dgm:t>
        <a:bodyPr/>
        <a:lstStyle/>
        <a:p>
          <a:endParaRPr lang="es-CL"/>
        </a:p>
      </dgm:t>
    </dgm:pt>
    <dgm:pt modelId="{431F508B-792E-4800-B15E-5777FB85EC4B}" type="sibTrans" cxnId="{9757AAEE-B90D-43F4-8B09-F0E64092DFE4}">
      <dgm:prSet/>
      <dgm:spPr/>
      <dgm:t>
        <a:bodyPr/>
        <a:lstStyle/>
        <a:p>
          <a:endParaRPr lang="es-CL"/>
        </a:p>
      </dgm:t>
    </dgm:pt>
    <dgm:pt modelId="{047D045B-00E6-4CC3-BECD-6400398FDAD6}">
      <dgm:prSet phldrT="[Text]"/>
      <dgm:spPr/>
      <dgm:t>
        <a:bodyPr/>
        <a:lstStyle/>
        <a:p>
          <a:r>
            <a:rPr lang="es-CL" dirty="0"/>
            <a:t>Recortar  Perdidas</a:t>
          </a:r>
        </a:p>
      </dgm:t>
    </dgm:pt>
    <dgm:pt modelId="{9C40DABE-0E90-43DE-9060-5A065B5A2911}" type="parTrans" cxnId="{A3981E0C-4723-4765-982C-4EC6B49F3F84}">
      <dgm:prSet/>
      <dgm:spPr/>
      <dgm:t>
        <a:bodyPr/>
        <a:lstStyle/>
        <a:p>
          <a:endParaRPr lang="es-CL"/>
        </a:p>
      </dgm:t>
    </dgm:pt>
    <dgm:pt modelId="{B9DF9491-BE9C-4E4B-A3B0-3954288CFF83}" type="sibTrans" cxnId="{A3981E0C-4723-4765-982C-4EC6B49F3F84}">
      <dgm:prSet/>
      <dgm:spPr/>
      <dgm:t>
        <a:bodyPr/>
        <a:lstStyle/>
        <a:p>
          <a:endParaRPr lang="es-CL"/>
        </a:p>
      </dgm:t>
    </dgm:pt>
    <dgm:pt modelId="{CFF846C5-110C-442F-98D6-C3BBF7F5FD59}">
      <dgm:prSet phldrT="[Text]"/>
      <dgm:spPr/>
      <dgm:t>
        <a:bodyPr/>
        <a:lstStyle/>
        <a:p>
          <a:r>
            <a:rPr lang="es-CL" dirty="0"/>
            <a:t>Implementar un plan de desinversión y descontinuación para los títulos de la clase C (deshacerse de un 80% de inventario que no es rentable)</a:t>
          </a:r>
        </a:p>
      </dgm:t>
    </dgm:pt>
    <dgm:pt modelId="{A4BE81E9-BC5D-48A5-ADE4-DC9EF1C895E4}" type="parTrans" cxnId="{82911C9B-FA73-4A5D-8BE1-92DF39320C86}">
      <dgm:prSet/>
      <dgm:spPr/>
      <dgm:t>
        <a:bodyPr/>
        <a:lstStyle/>
        <a:p>
          <a:endParaRPr lang="es-CL"/>
        </a:p>
      </dgm:t>
    </dgm:pt>
    <dgm:pt modelId="{8A20E71A-708D-41DA-B19A-50EC3CE950BF}" type="sibTrans" cxnId="{82911C9B-FA73-4A5D-8BE1-92DF39320C86}">
      <dgm:prSet/>
      <dgm:spPr/>
      <dgm:t>
        <a:bodyPr/>
        <a:lstStyle/>
        <a:p>
          <a:endParaRPr lang="es-CL"/>
        </a:p>
      </dgm:t>
    </dgm:pt>
    <dgm:pt modelId="{3CBA353F-FF6E-4420-8866-D19FAEC9F416}" type="pres">
      <dgm:prSet presAssocID="{375BD5BB-62A3-4803-A15F-0E0FA19C6250}" presName="Name0" presStyleCnt="0">
        <dgm:presLayoutVars>
          <dgm:dir/>
          <dgm:animLvl val="lvl"/>
          <dgm:resizeHandles val="exact"/>
        </dgm:presLayoutVars>
      </dgm:prSet>
      <dgm:spPr/>
    </dgm:pt>
    <dgm:pt modelId="{81B4FCB5-C22F-4C18-988A-14581C518152}" type="pres">
      <dgm:prSet presAssocID="{BB84E7DC-3186-4C3C-9156-FE3669576001}" presName="linNode" presStyleCnt="0"/>
      <dgm:spPr/>
    </dgm:pt>
    <dgm:pt modelId="{AC693FF9-9CE8-47C5-BE4A-A40719C6D44A}" type="pres">
      <dgm:prSet presAssocID="{BB84E7DC-3186-4C3C-9156-FE3669576001}" presName="parTx" presStyleLbl="revTx" presStyleIdx="0" presStyleCnt="2">
        <dgm:presLayoutVars>
          <dgm:chMax val="1"/>
          <dgm:bulletEnabled val="1"/>
        </dgm:presLayoutVars>
      </dgm:prSet>
      <dgm:spPr/>
    </dgm:pt>
    <dgm:pt modelId="{B3347A5B-4954-4AFC-B1E2-2636AFB2823C}" type="pres">
      <dgm:prSet presAssocID="{BB84E7DC-3186-4C3C-9156-FE3669576001}" presName="bracket" presStyleLbl="parChTrans1D1" presStyleIdx="0" presStyleCnt="2"/>
      <dgm:spPr/>
    </dgm:pt>
    <dgm:pt modelId="{3ED6D39E-733A-4510-BDD1-EB8CEDCAEFF9}" type="pres">
      <dgm:prSet presAssocID="{BB84E7DC-3186-4C3C-9156-FE3669576001}" presName="spH" presStyleCnt="0"/>
      <dgm:spPr/>
    </dgm:pt>
    <dgm:pt modelId="{24BE9B95-FEB5-4DCE-BAE7-A66B69367560}" type="pres">
      <dgm:prSet presAssocID="{BB84E7DC-3186-4C3C-9156-FE3669576001}" presName="desTx" presStyleLbl="node1" presStyleIdx="0" presStyleCnt="2">
        <dgm:presLayoutVars>
          <dgm:bulletEnabled val="1"/>
        </dgm:presLayoutVars>
      </dgm:prSet>
      <dgm:spPr/>
    </dgm:pt>
    <dgm:pt modelId="{F25754FD-A6C5-408D-9B8B-C32E460D9A75}" type="pres">
      <dgm:prSet presAssocID="{C3EB9BAD-ED7B-427C-9709-BABFA9F46517}" presName="spV" presStyleCnt="0"/>
      <dgm:spPr/>
    </dgm:pt>
    <dgm:pt modelId="{EF83543A-BC79-4952-8C9D-8D6551CC1053}" type="pres">
      <dgm:prSet presAssocID="{047D045B-00E6-4CC3-BECD-6400398FDAD6}" presName="linNode" presStyleCnt="0"/>
      <dgm:spPr/>
    </dgm:pt>
    <dgm:pt modelId="{E8567D56-69E1-4442-9B4D-09E34D53912D}" type="pres">
      <dgm:prSet presAssocID="{047D045B-00E6-4CC3-BECD-6400398FDAD6}" presName="parTx" presStyleLbl="revTx" presStyleIdx="1" presStyleCnt="2">
        <dgm:presLayoutVars>
          <dgm:chMax val="1"/>
          <dgm:bulletEnabled val="1"/>
        </dgm:presLayoutVars>
      </dgm:prSet>
      <dgm:spPr/>
    </dgm:pt>
    <dgm:pt modelId="{8D2B80E8-A1DE-4345-943E-28F55BDC8F09}" type="pres">
      <dgm:prSet presAssocID="{047D045B-00E6-4CC3-BECD-6400398FDAD6}" presName="bracket" presStyleLbl="parChTrans1D1" presStyleIdx="1" presStyleCnt="2"/>
      <dgm:spPr/>
    </dgm:pt>
    <dgm:pt modelId="{3AC53875-6D7A-4894-BD95-DEF238929B7E}" type="pres">
      <dgm:prSet presAssocID="{047D045B-00E6-4CC3-BECD-6400398FDAD6}" presName="spH" presStyleCnt="0"/>
      <dgm:spPr/>
    </dgm:pt>
    <dgm:pt modelId="{3C11C9B9-BC6A-493B-BBC0-34AE276DBA23}" type="pres">
      <dgm:prSet presAssocID="{047D045B-00E6-4CC3-BECD-6400398FDAD6}" presName="desTx" presStyleLbl="node1" presStyleIdx="1" presStyleCnt="2">
        <dgm:presLayoutVars>
          <dgm:bulletEnabled val="1"/>
        </dgm:presLayoutVars>
      </dgm:prSet>
      <dgm:spPr/>
    </dgm:pt>
  </dgm:ptLst>
  <dgm:cxnLst>
    <dgm:cxn modelId="{A3981E0C-4723-4765-982C-4EC6B49F3F84}" srcId="{375BD5BB-62A3-4803-A15F-0E0FA19C6250}" destId="{047D045B-00E6-4CC3-BECD-6400398FDAD6}" srcOrd="1" destOrd="0" parTransId="{9C40DABE-0E90-43DE-9060-5A065B5A2911}" sibTransId="{B9DF9491-BE9C-4E4B-A3B0-3954288CFF83}"/>
    <dgm:cxn modelId="{867A310C-1B44-4ABA-BEB6-8D9B8808860F}" type="presOf" srcId="{047D045B-00E6-4CC3-BECD-6400398FDAD6}" destId="{E8567D56-69E1-4442-9B4D-09E34D53912D}" srcOrd="0" destOrd="0" presId="urn:diagrams.loki3.com/BracketList"/>
    <dgm:cxn modelId="{C0F03C5D-48EF-409D-A59B-3396265FB4F5}" type="presOf" srcId="{2955FE55-8D96-4724-867B-A494A0EFC8C6}" destId="{24BE9B95-FEB5-4DCE-BAE7-A66B69367560}" srcOrd="0" destOrd="0" presId="urn:diagrams.loki3.com/BracketList"/>
    <dgm:cxn modelId="{4DC30054-A8F6-471B-B47F-00621F5A02C6}" type="presOf" srcId="{BB84E7DC-3186-4C3C-9156-FE3669576001}" destId="{AC693FF9-9CE8-47C5-BE4A-A40719C6D44A}" srcOrd="0" destOrd="0" presId="urn:diagrams.loki3.com/BracketList"/>
    <dgm:cxn modelId="{1D46777E-9A3E-4D88-891F-69EF0967A817}" type="presOf" srcId="{375BD5BB-62A3-4803-A15F-0E0FA19C6250}" destId="{3CBA353F-FF6E-4420-8866-D19FAEC9F416}" srcOrd="0" destOrd="0" presId="urn:diagrams.loki3.com/BracketList"/>
    <dgm:cxn modelId="{82911C9B-FA73-4A5D-8BE1-92DF39320C86}" srcId="{047D045B-00E6-4CC3-BECD-6400398FDAD6}" destId="{CFF846C5-110C-442F-98D6-C3BBF7F5FD59}" srcOrd="0" destOrd="0" parTransId="{A4BE81E9-BC5D-48A5-ADE4-DC9EF1C895E4}" sibTransId="{8A20E71A-708D-41DA-B19A-50EC3CE950BF}"/>
    <dgm:cxn modelId="{058DB6D1-8CC1-48D2-B2BC-7CE60C8FCC84}" type="presOf" srcId="{CFF846C5-110C-442F-98D6-C3BBF7F5FD59}" destId="{3C11C9B9-BC6A-493B-BBC0-34AE276DBA23}" srcOrd="0" destOrd="0" presId="urn:diagrams.loki3.com/BracketList"/>
    <dgm:cxn modelId="{9757AAEE-B90D-43F4-8B09-F0E64092DFE4}" srcId="{BB84E7DC-3186-4C3C-9156-FE3669576001}" destId="{2955FE55-8D96-4724-867B-A494A0EFC8C6}" srcOrd="0" destOrd="0" parTransId="{0249F920-86D7-46EE-9A3C-E08D24A51056}" sibTransId="{431F508B-792E-4800-B15E-5777FB85EC4B}"/>
    <dgm:cxn modelId="{325C5AF5-04B1-4954-A58D-74C4D6E5D7E0}" srcId="{375BD5BB-62A3-4803-A15F-0E0FA19C6250}" destId="{BB84E7DC-3186-4C3C-9156-FE3669576001}" srcOrd="0" destOrd="0" parTransId="{02C699C4-13F4-4DEE-A6FE-81D38354A6D8}" sibTransId="{C3EB9BAD-ED7B-427C-9709-BABFA9F46517}"/>
    <dgm:cxn modelId="{E7A5EC8B-3539-4EAC-BFB8-391DDAAA5323}" type="presParOf" srcId="{3CBA353F-FF6E-4420-8866-D19FAEC9F416}" destId="{81B4FCB5-C22F-4C18-988A-14581C518152}" srcOrd="0" destOrd="0" presId="urn:diagrams.loki3.com/BracketList"/>
    <dgm:cxn modelId="{FDA2A702-5B18-4F0E-B08E-F6B86D259BC0}" type="presParOf" srcId="{81B4FCB5-C22F-4C18-988A-14581C518152}" destId="{AC693FF9-9CE8-47C5-BE4A-A40719C6D44A}" srcOrd="0" destOrd="0" presId="urn:diagrams.loki3.com/BracketList"/>
    <dgm:cxn modelId="{3A9C43D5-5819-4EB2-862C-1594E2A6BD56}" type="presParOf" srcId="{81B4FCB5-C22F-4C18-988A-14581C518152}" destId="{B3347A5B-4954-4AFC-B1E2-2636AFB2823C}" srcOrd="1" destOrd="0" presId="urn:diagrams.loki3.com/BracketList"/>
    <dgm:cxn modelId="{D4D3B7DE-909F-4D28-B8DF-16BCDC4CF62B}" type="presParOf" srcId="{81B4FCB5-C22F-4C18-988A-14581C518152}" destId="{3ED6D39E-733A-4510-BDD1-EB8CEDCAEFF9}" srcOrd="2" destOrd="0" presId="urn:diagrams.loki3.com/BracketList"/>
    <dgm:cxn modelId="{A329F192-61DC-4627-A3CB-0CE1170CD80A}" type="presParOf" srcId="{81B4FCB5-C22F-4C18-988A-14581C518152}" destId="{24BE9B95-FEB5-4DCE-BAE7-A66B69367560}" srcOrd="3" destOrd="0" presId="urn:diagrams.loki3.com/BracketList"/>
    <dgm:cxn modelId="{1A17EDEA-E2E6-4487-83C1-350271F0D1D9}" type="presParOf" srcId="{3CBA353F-FF6E-4420-8866-D19FAEC9F416}" destId="{F25754FD-A6C5-408D-9B8B-C32E460D9A75}" srcOrd="1" destOrd="0" presId="urn:diagrams.loki3.com/BracketList"/>
    <dgm:cxn modelId="{3C2FEAA2-AD54-44BB-AA62-6EF0A4F9C0E4}" type="presParOf" srcId="{3CBA353F-FF6E-4420-8866-D19FAEC9F416}" destId="{EF83543A-BC79-4952-8C9D-8D6551CC1053}" srcOrd="2" destOrd="0" presId="urn:diagrams.loki3.com/BracketList"/>
    <dgm:cxn modelId="{A85456B5-34D3-4813-9189-ED6BBB0DA91B}" type="presParOf" srcId="{EF83543A-BC79-4952-8C9D-8D6551CC1053}" destId="{E8567D56-69E1-4442-9B4D-09E34D53912D}" srcOrd="0" destOrd="0" presId="urn:diagrams.loki3.com/BracketList"/>
    <dgm:cxn modelId="{2047CF78-773E-41E7-A9EC-FB2C8F0C599D}" type="presParOf" srcId="{EF83543A-BC79-4952-8C9D-8D6551CC1053}" destId="{8D2B80E8-A1DE-4345-943E-28F55BDC8F09}" srcOrd="1" destOrd="0" presId="urn:diagrams.loki3.com/BracketList"/>
    <dgm:cxn modelId="{012F3067-E515-43BE-8FCD-26A42BFB6DEB}" type="presParOf" srcId="{EF83543A-BC79-4952-8C9D-8D6551CC1053}" destId="{3AC53875-6D7A-4894-BD95-DEF238929B7E}" srcOrd="2" destOrd="0" presId="urn:diagrams.loki3.com/BracketList"/>
    <dgm:cxn modelId="{DE3890F8-E54E-4B22-A966-525E25835E42}" type="presParOf" srcId="{EF83543A-BC79-4952-8C9D-8D6551CC1053}" destId="{3C11C9B9-BC6A-493B-BBC0-34AE276DBA23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83558D-A721-4087-9FF0-63245E98945D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EB241564-455C-4D39-8995-096E74A8735F}">
      <dgm:prSet phldrT="[Text]"/>
      <dgm:spPr/>
      <dgm:t>
        <a:bodyPr/>
        <a:lstStyle/>
        <a:p>
          <a:r>
            <a:rPr lang="es-CL" b="1" dirty="0"/>
            <a:t>PRIVILEGIAR EFICIENCIA:</a:t>
          </a:r>
          <a:r>
            <a:rPr lang="es-CL" dirty="0"/>
            <a:t> Asignar el </a:t>
          </a:r>
          <a:r>
            <a:rPr lang="es-CL" b="1" dirty="0"/>
            <a:t>80% </a:t>
          </a:r>
          <a:r>
            <a:rPr lang="es-CL" dirty="0"/>
            <a:t>de los nuevos contratos a </a:t>
          </a:r>
          <a:r>
            <a:rPr lang="es-CL" dirty="0" err="1"/>
            <a:t>Publishers</a:t>
          </a:r>
          <a:r>
            <a:rPr lang="es-CL" dirty="0"/>
            <a:t> del </a:t>
          </a:r>
          <a:r>
            <a:rPr lang="es-CL" b="1" dirty="0"/>
            <a:t>top 10 </a:t>
          </a:r>
          <a:r>
            <a:rPr lang="es-CL" dirty="0"/>
            <a:t>(</a:t>
          </a:r>
          <a:r>
            <a:rPr lang="es-CL" dirty="0" err="1"/>
            <a:t>Ej.Rockstar</a:t>
          </a:r>
          <a:r>
            <a:rPr lang="es-CL" dirty="0"/>
            <a:t> </a:t>
          </a:r>
          <a:r>
            <a:rPr lang="es-CL" dirty="0" err="1"/>
            <a:t>Games</a:t>
          </a:r>
          <a:r>
            <a:rPr lang="es-CL" dirty="0"/>
            <a:t>)</a:t>
          </a:r>
        </a:p>
      </dgm:t>
    </dgm:pt>
    <dgm:pt modelId="{03F11AE9-B47A-4AD7-BC16-B852386E399F}" type="parTrans" cxnId="{D52FA2BE-D10D-45F0-AAC6-A2D5AF32ECAA}">
      <dgm:prSet/>
      <dgm:spPr/>
      <dgm:t>
        <a:bodyPr/>
        <a:lstStyle/>
        <a:p>
          <a:endParaRPr lang="es-CL"/>
        </a:p>
      </dgm:t>
    </dgm:pt>
    <dgm:pt modelId="{70FA0870-F8AC-46E0-9AF0-0F49D48FF073}" type="sibTrans" cxnId="{D52FA2BE-D10D-45F0-AAC6-A2D5AF32ECAA}">
      <dgm:prSet/>
      <dgm:spPr/>
      <dgm:t>
        <a:bodyPr/>
        <a:lstStyle/>
        <a:p>
          <a:endParaRPr lang="es-CL"/>
        </a:p>
      </dgm:t>
    </dgm:pt>
    <dgm:pt modelId="{5E836AE8-6E7E-47C1-A089-42226E84994B}">
      <dgm:prSet phldrT="[Text]"/>
      <dgm:spPr/>
      <dgm:t>
        <a:bodyPr/>
        <a:lstStyle/>
        <a:p>
          <a:r>
            <a:rPr lang="es-CL" b="1" dirty="0"/>
            <a:t>Impacto:</a:t>
          </a:r>
          <a:r>
            <a:rPr lang="es-CL" dirty="0"/>
            <a:t> Garantizar una tasa de éxito superior al </a:t>
          </a:r>
          <a:r>
            <a:rPr lang="es-CL" b="1" dirty="0"/>
            <a:t>50%</a:t>
          </a:r>
          <a:r>
            <a:rPr lang="es-CL" dirty="0"/>
            <a:t> en nuevos lanzamientos</a:t>
          </a:r>
        </a:p>
      </dgm:t>
    </dgm:pt>
    <dgm:pt modelId="{D0FBDA6B-9251-4797-9D3A-CDDDE7DDC298}" type="parTrans" cxnId="{9718F0A8-2AC3-4859-B52B-74B0A460D943}">
      <dgm:prSet/>
      <dgm:spPr/>
      <dgm:t>
        <a:bodyPr/>
        <a:lstStyle/>
        <a:p>
          <a:endParaRPr lang="es-CL"/>
        </a:p>
      </dgm:t>
    </dgm:pt>
    <dgm:pt modelId="{1451BA66-C761-472E-AA15-29CB156DD78F}" type="sibTrans" cxnId="{9718F0A8-2AC3-4859-B52B-74B0A460D943}">
      <dgm:prSet/>
      <dgm:spPr/>
      <dgm:t>
        <a:bodyPr/>
        <a:lstStyle/>
        <a:p>
          <a:endParaRPr lang="es-CL"/>
        </a:p>
      </dgm:t>
    </dgm:pt>
    <dgm:pt modelId="{78593D40-99D9-4C8E-AF5E-F802CD512448}" type="pres">
      <dgm:prSet presAssocID="{8183558D-A721-4087-9FF0-63245E98945D}" presName="Name0" presStyleCnt="0">
        <dgm:presLayoutVars>
          <dgm:dir/>
          <dgm:animLvl val="lvl"/>
          <dgm:resizeHandles val="exact"/>
        </dgm:presLayoutVars>
      </dgm:prSet>
      <dgm:spPr/>
    </dgm:pt>
    <dgm:pt modelId="{A019C4FA-741A-4F06-9A95-4F6EFC30F4D1}" type="pres">
      <dgm:prSet presAssocID="{8183558D-A721-4087-9FF0-63245E98945D}" presName="dummy" presStyleCnt="0"/>
      <dgm:spPr/>
    </dgm:pt>
    <dgm:pt modelId="{310AD969-6756-4706-9D9D-0D9EBCC5D667}" type="pres">
      <dgm:prSet presAssocID="{8183558D-A721-4087-9FF0-63245E98945D}" presName="linH" presStyleCnt="0"/>
      <dgm:spPr/>
    </dgm:pt>
    <dgm:pt modelId="{59235258-251F-4A9D-9C9A-751955D85438}" type="pres">
      <dgm:prSet presAssocID="{8183558D-A721-4087-9FF0-63245E98945D}" presName="padding1" presStyleCnt="0"/>
      <dgm:spPr/>
    </dgm:pt>
    <dgm:pt modelId="{250C6343-6CC4-41C8-BF35-B68503C6BDA5}" type="pres">
      <dgm:prSet presAssocID="{EB241564-455C-4D39-8995-096E74A8735F}" presName="linV" presStyleCnt="0"/>
      <dgm:spPr/>
    </dgm:pt>
    <dgm:pt modelId="{BD9F2CCE-23E1-447D-A38D-1C671C65013F}" type="pres">
      <dgm:prSet presAssocID="{EB241564-455C-4D39-8995-096E74A8735F}" presName="spVertical1" presStyleCnt="0"/>
      <dgm:spPr/>
    </dgm:pt>
    <dgm:pt modelId="{F979F6F3-317F-4C36-B609-510F580CBD3C}" type="pres">
      <dgm:prSet presAssocID="{EB241564-455C-4D39-8995-096E74A8735F}" presName="parTx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0A2E1435-8571-45DE-8B4E-257807999A8D}" type="pres">
      <dgm:prSet presAssocID="{EB241564-455C-4D39-8995-096E74A8735F}" presName="spVertical2" presStyleCnt="0"/>
      <dgm:spPr/>
    </dgm:pt>
    <dgm:pt modelId="{7769A2F4-B4CB-411F-A242-B5020DC350CA}" type="pres">
      <dgm:prSet presAssocID="{EB241564-455C-4D39-8995-096E74A8735F}" presName="spVertical3" presStyleCnt="0"/>
      <dgm:spPr/>
    </dgm:pt>
    <dgm:pt modelId="{C85DA50F-51BD-491A-9AEC-08657B52FEBD}" type="pres">
      <dgm:prSet presAssocID="{70FA0870-F8AC-46E0-9AF0-0F49D48FF073}" presName="space" presStyleCnt="0"/>
      <dgm:spPr/>
    </dgm:pt>
    <dgm:pt modelId="{E71E6A7E-8731-43E0-A038-5D56BE84D23E}" type="pres">
      <dgm:prSet presAssocID="{5E836AE8-6E7E-47C1-A089-42226E84994B}" presName="linV" presStyleCnt="0"/>
      <dgm:spPr/>
    </dgm:pt>
    <dgm:pt modelId="{B303571E-9DBC-41E3-A538-BF30077DDBF3}" type="pres">
      <dgm:prSet presAssocID="{5E836AE8-6E7E-47C1-A089-42226E84994B}" presName="spVertical1" presStyleCnt="0"/>
      <dgm:spPr/>
    </dgm:pt>
    <dgm:pt modelId="{1A52AD89-B5AA-4602-A1D5-9C5432DA5260}" type="pres">
      <dgm:prSet presAssocID="{5E836AE8-6E7E-47C1-A089-42226E84994B}" presName="parTx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5CE5D703-4B4E-41CB-918E-ADDFB7117902}" type="pres">
      <dgm:prSet presAssocID="{5E836AE8-6E7E-47C1-A089-42226E84994B}" presName="spVertical2" presStyleCnt="0"/>
      <dgm:spPr/>
    </dgm:pt>
    <dgm:pt modelId="{41A7A297-CAD4-405E-B9AD-BDC7D5B9D2C7}" type="pres">
      <dgm:prSet presAssocID="{5E836AE8-6E7E-47C1-A089-42226E84994B}" presName="spVertical3" presStyleCnt="0"/>
      <dgm:spPr/>
    </dgm:pt>
    <dgm:pt modelId="{220447FB-4F56-427D-807A-086F4CF5C461}" type="pres">
      <dgm:prSet presAssocID="{8183558D-A721-4087-9FF0-63245E98945D}" presName="padding2" presStyleCnt="0"/>
      <dgm:spPr/>
    </dgm:pt>
    <dgm:pt modelId="{C46A4DDD-4C41-4A15-8DAB-42AC107DD5B9}" type="pres">
      <dgm:prSet presAssocID="{8183558D-A721-4087-9FF0-63245E98945D}" presName="negArrow" presStyleCnt="0"/>
      <dgm:spPr/>
    </dgm:pt>
    <dgm:pt modelId="{886A1304-0309-49C5-9C12-BB3557B185AF}" type="pres">
      <dgm:prSet presAssocID="{8183558D-A721-4087-9FF0-63245E98945D}" presName="backgroundArrow" presStyleLbl="node1" presStyleIdx="0" presStyleCnt="1" custLinFactNeighborX="-4930" custLinFactNeighborY="-4134"/>
      <dgm:spPr/>
    </dgm:pt>
  </dgm:ptLst>
  <dgm:cxnLst>
    <dgm:cxn modelId="{1C028F8E-BAD4-495D-8E2C-521478BCD590}" type="presOf" srcId="{8183558D-A721-4087-9FF0-63245E98945D}" destId="{78593D40-99D9-4C8E-AF5E-F802CD512448}" srcOrd="0" destOrd="0" presId="urn:microsoft.com/office/officeart/2005/8/layout/hProcess3"/>
    <dgm:cxn modelId="{9718F0A8-2AC3-4859-B52B-74B0A460D943}" srcId="{8183558D-A721-4087-9FF0-63245E98945D}" destId="{5E836AE8-6E7E-47C1-A089-42226E84994B}" srcOrd="1" destOrd="0" parTransId="{D0FBDA6B-9251-4797-9D3A-CDDDE7DDC298}" sibTransId="{1451BA66-C761-472E-AA15-29CB156DD78F}"/>
    <dgm:cxn modelId="{013E75B1-AB50-43C0-A956-472D52657EA3}" type="presOf" srcId="{EB241564-455C-4D39-8995-096E74A8735F}" destId="{F979F6F3-317F-4C36-B609-510F580CBD3C}" srcOrd="0" destOrd="0" presId="urn:microsoft.com/office/officeart/2005/8/layout/hProcess3"/>
    <dgm:cxn modelId="{D52FA2BE-D10D-45F0-AAC6-A2D5AF32ECAA}" srcId="{8183558D-A721-4087-9FF0-63245E98945D}" destId="{EB241564-455C-4D39-8995-096E74A8735F}" srcOrd="0" destOrd="0" parTransId="{03F11AE9-B47A-4AD7-BC16-B852386E399F}" sibTransId="{70FA0870-F8AC-46E0-9AF0-0F49D48FF073}"/>
    <dgm:cxn modelId="{080C1FFB-1C6A-47DD-A069-809EB1BD8708}" type="presOf" srcId="{5E836AE8-6E7E-47C1-A089-42226E84994B}" destId="{1A52AD89-B5AA-4602-A1D5-9C5432DA5260}" srcOrd="0" destOrd="0" presId="urn:microsoft.com/office/officeart/2005/8/layout/hProcess3"/>
    <dgm:cxn modelId="{1BD76363-5BEB-4E7B-9383-6459B739D43F}" type="presParOf" srcId="{78593D40-99D9-4C8E-AF5E-F802CD512448}" destId="{A019C4FA-741A-4F06-9A95-4F6EFC30F4D1}" srcOrd="0" destOrd="0" presId="urn:microsoft.com/office/officeart/2005/8/layout/hProcess3"/>
    <dgm:cxn modelId="{11C6151F-CFAE-40D3-9341-D1CA7D3E143E}" type="presParOf" srcId="{78593D40-99D9-4C8E-AF5E-F802CD512448}" destId="{310AD969-6756-4706-9D9D-0D9EBCC5D667}" srcOrd="1" destOrd="0" presId="urn:microsoft.com/office/officeart/2005/8/layout/hProcess3"/>
    <dgm:cxn modelId="{AB53EB82-684E-4FBB-9C7E-59737BA0087B}" type="presParOf" srcId="{310AD969-6756-4706-9D9D-0D9EBCC5D667}" destId="{59235258-251F-4A9D-9C9A-751955D85438}" srcOrd="0" destOrd="0" presId="urn:microsoft.com/office/officeart/2005/8/layout/hProcess3"/>
    <dgm:cxn modelId="{2CEA71CE-2D6F-46B2-B67A-F0562E47DE4D}" type="presParOf" srcId="{310AD969-6756-4706-9D9D-0D9EBCC5D667}" destId="{250C6343-6CC4-41C8-BF35-B68503C6BDA5}" srcOrd="1" destOrd="0" presId="urn:microsoft.com/office/officeart/2005/8/layout/hProcess3"/>
    <dgm:cxn modelId="{49C0E06C-C510-4E97-BD4E-8F85F38B6FB5}" type="presParOf" srcId="{250C6343-6CC4-41C8-BF35-B68503C6BDA5}" destId="{BD9F2CCE-23E1-447D-A38D-1C671C65013F}" srcOrd="0" destOrd="0" presId="urn:microsoft.com/office/officeart/2005/8/layout/hProcess3"/>
    <dgm:cxn modelId="{F6C37E9B-CB16-43DC-AA3B-7CBBCDA3992F}" type="presParOf" srcId="{250C6343-6CC4-41C8-BF35-B68503C6BDA5}" destId="{F979F6F3-317F-4C36-B609-510F580CBD3C}" srcOrd="1" destOrd="0" presId="urn:microsoft.com/office/officeart/2005/8/layout/hProcess3"/>
    <dgm:cxn modelId="{3661D704-CD08-466A-94D8-364308EBAD39}" type="presParOf" srcId="{250C6343-6CC4-41C8-BF35-B68503C6BDA5}" destId="{0A2E1435-8571-45DE-8B4E-257807999A8D}" srcOrd="2" destOrd="0" presId="urn:microsoft.com/office/officeart/2005/8/layout/hProcess3"/>
    <dgm:cxn modelId="{91802382-B27E-495B-8293-7549BB826210}" type="presParOf" srcId="{250C6343-6CC4-41C8-BF35-B68503C6BDA5}" destId="{7769A2F4-B4CB-411F-A242-B5020DC350CA}" srcOrd="3" destOrd="0" presId="urn:microsoft.com/office/officeart/2005/8/layout/hProcess3"/>
    <dgm:cxn modelId="{E08D35FC-F4BD-4C80-8DC0-9F644F3F6037}" type="presParOf" srcId="{310AD969-6756-4706-9D9D-0D9EBCC5D667}" destId="{C85DA50F-51BD-491A-9AEC-08657B52FEBD}" srcOrd="2" destOrd="0" presId="urn:microsoft.com/office/officeart/2005/8/layout/hProcess3"/>
    <dgm:cxn modelId="{16F97716-9352-48BB-A88B-C3EBB016F6D9}" type="presParOf" srcId="{310AD969-6756-4706-9D9D-0D9EBCC5D667}" destId="{E71E6A7E-8731-43E0-A038-5D56BE84D23E}" srcOrd="3" destOrd="0" presId="urn:microsoft.com/office/officeart/2005/8/layout/hProcess3"/>
    <dgm:cxn modelId="{3C6CA7AE-C885-48DE-96C9-425F3F301DBD}" type="presParOf" srcId="{E71E6A7E-8731-43E0-A038-5D56BE84D23E}" destId="{B303571E-9DBC-41E3-A538-BF30077DDBF3}" srcOrd="0" destOrd="0" presId="urn:microsoft.com/office/officeart/2005/8/layout/hProcess3"/>
    <dgm:cxn modelId="{CB13D5BA-A197-4C58-973B-60A239884446}" type="presParOf" srcId="{E71E6A7E-8731-43E0-A038-5D56BE84D23E}" destId="{1A52AD89-B5AA-4602-A1D5-9C5432DA5260}" srcOrd="1" destOrd="0" presId="urn:microsoft.com/office/officeart/2005/8/layout/hProcess3"/>
    <dgm:cxn modelId="{6A6CB231-F893-43AE-9194-04B935D06C24}" type="presParOf" srcId="{E71E6A7E-8731-43E0-A038-5D56BE84D23E}" destId="{5CE5D703-4B4E-41CB-918E-ADDFB7117902}" srcOrd="2" destOrd="0" presId="urn:microsoft.com/office/officeart/2005/8/layout/hProcess3"/>
    <dgm:cxn modelId="{58A21817-94D2-4323-87AF-E100589DEE53}" type="presParOf" srcId="{E71E6A7E-8731-43E0-A038-5D56BE84D23E}" destId="{41A7A297-CAD4-405E-B9AD-BDC7D5B9D2C7}" srcOrd="3" destOrd="0" presId="urn:microsoft.com/office/officeart/2005/8/layout/hProcess3"/>
    <dgm:cxn modelId="{892B1A66-0ECA-4BFD-B789-2E7A320C7D3A}" type="presParOf" srcId="{310AD969-6756-4706-9D9D-0D9EBCC5D667}" destId="{220447FB-4F56-427D-807A-086F4CF5C461}" srcOrd="4" destOrd="0" presId="urn:microsoft.com/office/officeart/2005/8/layout/hProcess3"/>
    <dgm:cxn modelId="{E256D66F-4F7C-459E-B206-01D1C46EEF8D}" type="presParOf" srcId="{310AD969-6756-4706-9D9D-0D9EBCC5D667}" destId="{C46A4DDD-4C41-4A15-8DAB-42AC107DD5B9}" srcOrd="5" destOrd="0" presId="urn:microsoft.com/office/officeart/2005/8/layout/hProcess3"/>
    <dgm:cxn modelId="{2909A29D-F1A6-4119-A1E7-2A634FAAEA4C}" type="presParOf" srcId="{310AD969-6756-4706-9D9D-0D9EBCC5D667}" destId="{886A1304-0309-49C5-9C12-BB3557B185AF}" srcOrd="6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50E507-A45D-45B0-93A8-D3DE47D940DF}" type="doc">
      <dgm:prSet loTypeId="urn:microsoft.com/office/officeart/2005/8/layout/chart3" loCatId="relationship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64E7576C-E9F7-45D3-B78A-1D72E1262B17}">
      <dgm:prSet/>
      <dgm:spPr/>
      <dgm:t>
        <a:bodyPr/>
        <a:lstStyle/>
        <a:p>
          <a:r>
            <a:rPr lang="en-US" b="1" i="0" dirty="0">
              <a:solidFill>
                <a:srgbClr val="0D1D51"/>
              </a:solidFill>
            </a:rPr>
            <a:t>INVERSIÓN PRECISA</a:t>
          </a:r>
          <a:r>
            <a:rPr lang="en-US" b="0" i="0" dirty="0">
              <a:solidFill>
                <a:srgbClr val="0D1D51"/>
              </a:solidFill>
            </a:rPr>
            <a:t>: </a:t>
          </a:r>
          <a:r>
            <a:rPr lang="en-US" b="0" i="0" dirty="0" err="1">
              <a:solidFill>
                <a:srgbClr val="0D1D51"/>
              </a:solidFill>
            </a:rPr>
            <a:t>implementar</a:t>
          </a:r>
          <a:r>
            <a:rPr lang="en-US" b="0" i="0" dirty="0">
              <a:solidFill>
                <a:srgbClr val="0D1D51"/>
              </a:solidFill>
            </a:rPr>
            <a:t> </a:t>
          </a:r>
          <a:r>
            <a:rPr lang="en-US" b="0" i="0" dirty="0" err="1">
              <a:solidFill>
                <a:srgbClr val="0D1D51"/>
              </a:solidFill>
            </a:rPr>
            <a:t>campañas</a:t>
          </a:r>
          <a:r>
            <a:rPr lang="en-US" b="0" i="0" dirty="0">
              <a:solidFill>
                <a:srgbClr val="0D1D51"/>
              </a:solidFill>
            </a:rPr>
            <a:t> </a:t>
          </a:r>
          <a:r>
            <a:rPr lang="en-US" b="1" i="0" dirty="0" err="1">
              <a:solidFill>
                <a:srgbClr val="0D1D51"/>
              </a:solidFill>
            </a:rPr>
            <a:t>hiper-localizadas</a:t>
          </a:r>
          <a:r>
            <a:rPr lang="en-US" b="0" i="0" dirty="0">
              <a:solidFill>
                <a:srgbClr val="0D1D51"/>
              </a:solidFill>
            </a:rPr>
            <a:t> (</a:t>
          </a:r>
          <a:r>
            <a:rPr lang="en-US" b="0" i="0" dirty="0" err="1">
              <a:solidFill>
                <a:srgbClr val="0D1D51"/>
              </a:solidFill>
            </a:rPr>
            <a:t>traducción</a:t>
          </a:r>
          <a:r>
            <a:rPr lang="en-US" b="0" i="0" dirty="0">
              <a:solidFill>
                <a:srgbClr val="0D1D51"/>
              </a:solidFill>
            </a:rPr>
            <a:t>, influencers) para </a:t>
          </a:r>
          <a:r>
            <a:rPr lang="en-US" b="0" i="0" dirty="0" err="1">
              <a:solidFill>
                <a:srgbClr val="0D1D51"/>
              </a:solidFill>
            </a:rPr>
            <a:t>nichos</a:t>
          </a:r>
          <a:r>
            <a:rPr lang="en-US" b="0" i="0" dirty="0">
              <a:solidFill>
                <a:srgbClr val="0D1D51"/>
              </a:solidFill>
            </a:rPr>
            <a:t> (</a:t>
          </a:r>
          <a:r>
            <a:rPr lang="en-US" b="0" i="0" dirty="0" err="1">
              <a:solidFill>
                <a:srgbClr val="0D1D51"/>
              </a:solidFill>
            </a:rPr>
            <a:t>ej</a:t>
          </a:r>
          <a:r>
            <a:rPr lang="en-US" b="0" i="0" dirty="0">
              <a:solidFill>
                <a:srgbClr val="0D1D51"/>
              </a:solidFill>
            </a:rPr>
            <a:t>.: </a:t>
          </a:r>
          <a:r>
            <a:rPr lang="en-US" b="1" i="0" dirty="0">
              <a:solidFill>
                <a:srgbClr val="0D1D51"/>
              </a:solidFill>
            </a:rPr>
            <a:t>RPG</a:t>
          </a:r>
          <a:r>
            <a:rPr lang="en-US" b="0" i="0" dirty="0">
              <a:solidFill>
                <a:srgbClr val="0D1D51"/>
              </a:solidFill>
            </a:rPr>
            <a:t> </a:t>
          </a:r>
          <a:r>
            <a:rPr lang="en-US" b="0" i="0" dirty="0" err="1">
              <a:solidFill>
                <a:srgbClr val="0D1D51"/>
              </a:solidFill>
            </a:rPr>
            <a:t>en</a:t>
          </a:r>
          <a:r>
            <a:rPr lang="en-US" b="0" i="0" dirty="0">
              <a:solidFill>
                <a:srgbClr val="0D1D51"/>
              </a:solidFill>
            </a:rPr>
            <a:t> </a:t>
          </a:r>
          <a:r>
            <a:rPr lang="en-US" b="1" i="0" dirty="0" err="1">
              <a:solidFill>
                <a:srgbClr val="0D1D51"/>
              </a:solidFill>
            </a:rPr>
            <a:t>Japón</a:t>
          </a:r>
          <a:r>
            <a:rPr lang="en-US" b="0" i="0" dirty="0">
              <a:solidFill>
                <a:srgbClr val="0D1D51"/>
              </a:solidFill>
            </a:rPr>
            <a:t> </a:t>
          </a:r>
          <a:r>
            <a:rPr lang="en-US" b="0" i="0" dirty="0" err="1">
              <a:solidFill>
                <a:srgbClr val="0D1D51"/>
              </a:solidFill>
            </a:rPr>
            <a:t>donde</a:t>
          </a:r>
          <a:r>
            <a:rPr lang="en-US" b="0" i="0" dirty="0">
              <a:solidFill>
                <a:srgbClr val="0D1D51"/>
              </a:solidFill>
            </a:rPr>
            <a:t> la </a:t>
          </a:r>
          <a:r>
            <a:rPr lang="en-US" b="0" i="0" dirty="0" err="1">
              <a:solidFill>
                <a:srgbClr val="0D1D51"/>
              </a:solidFill>
            </a:rPr>
            <a:t>contribución</a:t>
          </a:r>
          <a:r>
            <a:rPr lang="en-US" b="0" i="0" dirty="0">
              <a:solidFill>
                <a:srgbClr val="0D1D51"/>
              </a:solidFill>
            </a:rPr>
            <a:t> es del </a:t>
          </a:r>
          <a:r>
            <a:rPr lang="en-US" b="1" i="0" dirty="0">
              <a:solidFill>
                <a:srgbClr val="0D1D51"/>
              </a:solidFill>
            </a:rPr>
            <a:t>14%</a:t>
          </a:r>
          <a:r>
            <a:rPr lang="en-US" b="0" i="0" dirty="0">
              <a:solidFill>
                <a:srgbClr val="0D1D51"/>
              </a:solidFill>
            </a:rPr>
            <a:t>).</a:t>
          </a:r>
          <a:endParaRPr lang="es-CL" dirty="0">
            <a:solidFill>
              <a:srgbClr val="0D1D51"/>
            </a:solidFill>
          </a:endParaRPr>
        </a:p>
      </dgm:t>
    </dgm:pt>
    <dgm:pt modelId="{89B9CAC4-653D-4814-B228-446A4CA98C15}" type="parTrans" cxnId="{8AE58BC0-B45B-4C81-BE39-82CEC281E2F9}">
      <dgm:prSet/>
      <dgm:spPr/>
      <dgm:t>
        <a:bodyPr/>
        <a:lstStyle/>
        <a:p>
          <a:endParaRPr lang="es-CL"/>
        </a:p>
      </dgm:t>
    </dgm:pt>
    <dgm:pt modelId="{15B0433F-D0E1-4B02-9228-91573B2AEC99}" type="sibTrans" cxnId="{8AE58BC0-B45B-4C81-BE39-82CEC281E2F9}">
      <dgm:prSet/>
      <dgm:spPr/>
      <dgm:t>
        <a:bodyPr/>
        <a:lstStyle/>
        <a:p>
          <a:endParaRPr lang="es-CL"/>
        </a:p>
      </dgm:t>
    </dgm:pt>
    <dgm:pt modelId="{E6656C30-BD9E-47D7-BC92-8951EBA73B15}">
      <dgm:prSet/>
      <dgm:spPr/>
      <dgm:t>
        <a:bodyPr/>
        <a:lstStyle/>
        <a:p>
          <a:r>
            <a:rPr lang="en-US" b="1" i="0" dirty="0">
              <a:solidFill>
                <a:schemeClr val="accent1"/>
              </a:solidFill>
            </a:rPr>
            <a:t>REASIGNACIÓN: </a:t>
          </a:r>
          <a:r>
            <a:rPr lang="en-US" b="1" i="0" dirty="0" err="1">
              <a:solidFill>
                <a:schemeClr val="accent1"/>
              </a:solidFill>
            </a:rPr>
            <a:t>Eliminar</a:t>
          </a:r>
          <a:r>
            <a:rPr lang="en-US" b="1" i="0" dirty="0">
              <a:solidFill>
                <a:schemeClr val="accent1"/>
              </a:solidFill>
            </a:rPr>
            <a:t> </a:t>
          </a:r>
          <a:r>
            <a:rPr lang="en-US" b="1" i="0" dirty="0" err="1">
              <a:solidFill>
                <a:schemeClr val="accent1"/>
              </a:solidFill>
            </a:rPr>
            <a:t>el</a:t>
          </a:r>
          <a:r>
            <a:rPr lang="en-US" b="1" i="0" dirty="0">
              <a:solidFill>
                <a:schemeClr val="accent1"/>
              </a:solidFill>
            </a:rPr>
            <a:t> </a:t>
          </a:r>
          <a:r>
            <a:rPr lang="en-US" b="1" i="0" dirty="0" err="1">
              <a:solidFill>
                <a:schemeClr val="accent1"/>
              </a:solidFill>
            </a:rPr>
            <a:t>gasto</a:t>
          </a:r>
          <a:r>
            <a:rPr lang="en-US" b="1" i="0" dirty="0">
              <a:solidFill>
                <a:schemeClr val="accent1"/>
              </a:solidFill>
            </a:rPr>
            <a:t> </a:t>
          </a:r>
          <a:r>
            <a:rPr lang="en-US" b="1" i="0" dirty="0" err="1">
              <a:solidFill>
                <a:schemeClr val="accent1"/>
              </a:solidFill>
            </a:rPr>
            <a:t>publicitario</a:t>
          </a:r>
          <a:r>
            <a:rPr lang="en-US" b="1" i="0" dirty="0">
              <a:solidFill>
                <a:schemeClr val="accent1"/>
              </a:solidFill>
            </a:rPr>
            <a:t> </a:t>
          </a:r>
          <a:r>
            <a:rPr lang="en-US" b="1" i="0" dirty="0" err="1">
              <a:solidFill>
                <a:schemeClr val="accent1"/>
              </a:solidFill>
            </a:rPr>
            <a:t>en</a:t>
          </a:r>
          <a:r>
            <a:rPr lang="en-US" b="1" i="0" dirty="0">
              <a:solidFill>
                <a:schemeClr val="accent1"/>
              </a:solidFill>
            </a:rPr>
            <a:t> </a:t>
          </a:r>
          <a:r>
            <a:rPr lang="en-US" b="1" i="0" dirty="0" err="1">
              <a:solidFill>
                <a:schemeClr val="accent1"/>
              </a:solidFill>
            </a:rPr>
            <a:t>géneros</a:t>
          </a:r>
          <a:r>
            <a:rPr lang="en-US" b="1" i="0" dirty="0">
              <a:solidFill>
                <a:schemeClr val="accent1"/>
              </a:solidFill>
            </a:rPr>
            <a:t> o </a:t>
          </a:r>
          <a:r>
            <a:rPr lang="en-US" b="1" i="0" dirty="0" err="1">
              <a:solidFill>
                <a:schemeClr val="accent1"/>
              </a:solidFill>
            </a:rPr>
            <a:t>regiones</a:t>
          </a:r>
          <a:r>
            <a:rPr lang="en-US" b="1" i="0" dirty="0">
              <a:solidFill>
                <a:schemeClr val="accent1"/>
              </a:solidFill>
            </a:rPr>
            <a:t> de </a:t>
          </a:r>
          <a:r>
            <a:rPr lang="en-US" b="1" i="0" dirty="0" err="1">
              <a:solidFill>
                <a:schemeClr val="accent1"/>
              </a:solidFill>
            </a:rPr>
            <a:t>contribución</a:t>
          </a:r>
          <a:r>
            <a:rPr lang="en-US" b="1" i="0" dirty="0">
              <a:solidFill>
                <a:schemeClr val="accent1"/>
              </a:solidFill>
            </a:rPr>
            <a:t> inferior al 5% para </a:t>
          </a:r>
          <a:r>
            <a:rPr lang="en-US" b="1" i="0" dirty="0" err="1">
              <a:solidFill>
                <a:schemeClr val="accent1"/>
              </a:solidFill>
            </a:rPr>
            <a:t>reasignar</a:t>
          </a:r>
          <a:r>
            <a:rPr lang="en-US" b="1" i="0" dirty="0">
              <a:solidFill>
                <a:schemeClr val="accent1"/>
              </a:solidFill>
            </a:rPr>
            <a:t> a la </a:t>
          </a:r>
          <a:r>
            <a:rPr lang="en-US" b="1" i="0" dirty="0" err="1">
              <a:solidFill>
                <a:schemeClr val="accent1"/>
              </a:solidFill>
            </a:rPr>
            <a:t>Clase</a:t>
          </a:r>
          <a:r>
            <a:rPr lang="en-US" b="1" i="0" dirty="0">
              <a:solidFill>
                <a:schemeClr val="accent1"/>
              </a:solidFill>
            </a:rPr>
            <a:t> A</a:t>
          </a:r>
          <a:endParaRPr lang="es-CL" b="1" dirty="0">
            <a:solidFill>
              <a:schemeClr val="accent1"/>
            </a:solidFill>
          </a:endParaRPr>
        </a:p>
      </dgm:t>
    </dgm:pt>
    <dgm:pt modelId="{B815679E-3BED-4042-A3A7-AE1EE36A63A0}" type="parTrans" cxnId="{A396EA97-3EEE-4500-8F90-2FF12090439A}">
      <dgm:prSet/>
      <dgm:spPr/>
      <dgm:t>
        <a:bodyPr/>
        <a:lstStyle/>
        <a:p>
          <a:endParaRPr lang="es-CL"/>
        </a:p>
      </dgm:t>
    </dgm:pt>
    <dgm:pt modelId="{111BA36F-1467-4511-981E-584028DCA7BB}" type="sibTrans" cxnId="{A396EA97-3EEE-4500-8F90-2FF12090439A}">
      <dgm:prSet/>
      <dgm:spPr/>
      <dgm:t>
        <a:bodyPr/>
        <a:lstStyle/>
        <a:p>
          <a:endParaRPr lang="es-CL"/>
        </a:p>
      </dgm:t>
    </dgm:pt>
    <dgm:pt modelId="{907CC7EE-047E-475D-BC35-658B9307C403}" type="pres">
      <dgm:prSet presAssocID="{DA50E507-A45D-45B0-93A8-D3DE47D940DF}" presName="compositeShape" presStyleCnt="0">
        <dgm:presLayoutVars>
          <dgm:chMax val="7"/>
          <dgm:dir/>
          <dgm:resizeHandles val="exact"/>
        </dgm:presLayoutVars>
      </dgm:prSet>
      <dgm:spPr/>
    </dgm:pt>
    <dgm:pt modelId="{56EE3602-C796-4C68-A092-B278EB0E012B}" type="pres">
      <dgm:prSet presAssocID="{DA50E507-A45D-45B0-93A8-D3DE47D940DF}" presName="wedge1" presStyleLbl="node1" presStyleIdx="0" presStyleCnt="2" custLinFactNeighborX="1193" custLinFactNeighborY="763"/>
      <dgm:spPr/>
    </dgm:pt>
    <dgm:pt modelId="{4F09F434-8572-4D93-A90E-6312CC5CC271}" type="pres">
      <dgm:prSet presAssocID="{DA50E507-A45D-45B0-93A8-D3DE47D940DF}" presName="wedge1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AA38907A-A196-4F89-8E29-2683F21CF7E0}" type="pres">
      <dgm:prSet presAssocID="{DA50E507-A45D-45B0-93A8-D3DE47D940DF}" presName="wedge2" presStyleLbl="node1" presStyleIdx="1" presStyleCnt="2"/>
      <dgm:spPr/>
    </dgm:pt>
    <dgm:pt modelId="{582B183E-B27A-4544-B696-CBB6F38B0DAB}" type="pres">
      <dgm:prSet presAssocID="{DA50E507-A45D-45B0-93A8-D3DE47D940DF}" presName="wedge2Tx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562F9E10-CD2E-40D6-9C59-B2DCCF09241C}" type="presOf" srcId="{E6656C30-BD9E-47D7-BC92-8951EBA73B15}" destId="{AA38907A-A196-4F89-8E29-2683F21CF7E0}" srcOrd="0" destOrd="0" presId="urn:microsoft.com/office/officeart/2005/8/layout/chart3"/>
    <dgm:cxn modelId="{90B87F3B-7988-4F9D-AD34-75CC2C55B63F}" type="presOf" srcId="{64E7576C-E9F7-45D3-B78A-1D72E1262B17}" destId="{4F09F434-8572-4D93-A90E-6312CC5CC271}" srcOrd="1" destOrd="0" presId="urn:microsoft.com/office/officeart/2005/8/layout/chart3"/>
    <dgm:cxn modelId="{157CED76-4A9F-4608-98FB-D866EA29364B}" type="presOf" srcId="{64E7576C-E9F7-45D3-B78A-1D72E1262B17}" destId="{56EE3602-C796-4C68-A092-B278EB0E012B}" srcOrd="0" destOrd="0" presId="urn:microsoft.com/office/officeart/2005/8/layout/chart3"/>
    <dgm:cxn modelId="{A396EA97-3EEE-4500-8F90-2FF12090439A}" srcId="{DA50E507-A45D-45B0-93A8-D3DE47D940DF}" destId="{E6656C30-BD9E-47D7-BC92-8951EBA73B15}" srcOrd="1" destOrd="0" parTransId="{B815679E-3BED-4042-A3A7-AE1EE36A63A0}" sibTransId="{111BA36F-1467-4511-981E-584028DCA7BB}"/>
    <dgm:cxn modelId="{8AE58BC0-B45B-4C81-BE39-82CEC281E2F9}" srcId="{DA50E507-A45D-45B0-93A8-D3DE47D940DF}" destId="{64E7576C-E9F7-45D3-B78A-1D72E1262B17}" srcOrd="0" destOrd="0" parTransId="{89B9CAC4-653D-4814-B228-446A4CA98C15}" sibTransId="{15B0433F-D0E1-4B02-9228-91573B2AEC99}"/>
    <dgm:cxn modelId="{6F35B0CD-DD7A-4E55-A047-597743775EF7}" type="presOf" srcId="{E6656C30-BD9E-47D7-BC92-8951EBA73B15}" destId="{582B183E-B27A-4544-B696-CBB6F38B0DAB}" srcOrd="1" destOrd="0" presId="urn:microsoft.com/office/officeart/2005/8/layout/chart3"/>
    <dgm:cxn modelId="{868F81FF-995E-4D43-A7AB-D6F387F32DCF}" type="presOf" srcId="{DA50E507-A45D-45B0-93A8-D3DE47D940DF}" destId="{907CC7EE-047E-475D-BC35-658B9307C403}" srcOrd="0" destOrd="0" presId="urn:microsoft.com/office/officeart/2005/8/layout/chart3"/>
    <dgm:cxn modelId="{0BCEB78E-C41F-43C4-86D3-5BA67501D51E}" type="presParOf" srcId="{907CC7EE-047E-475D-BC35-658B9307C403}" destId="{56EE3602-C796-4C68-A092-B278EB0E012B}" srcOrd="0" destOrd="0" presId="urn:microsoft.com/office/officeart/2005/8/layout/chart3"/>
    <dgm:cxn modelId="{9DE5EA57-1450-4757-98CF-8AC3480C5B34}" type="presParOf" srcId="{907CC7EE-047E-475D-BC35-658B9307C403}" destId="{4F09F434-8572-4D93-A90E-6312CC5CC271}" srcOrd="1" destOrd="0" presId="urn:microsoft.com/office/officeart/2005/8/layout/chart3"/>
    <dgm:cxn modelId="{ABE3B7F5-F5BE-4A82-928F-8CBDA8C7574B}" type="presParOf" srcId="{907CC7EE-047E-475D-BC35-658B9307C403}" destId="{AA38907A-A196-4F89-8E29-2683F21CF7E0}" srcOrd="2" destOrd="0" presId="urn:microsoft.com/office/officeart/2005/8/layout/chart3"/>
    <dgm:cxn modelId="{EEA82276-1A63-45B3-8ADE-A9DC146E70CA}" type="presParOf" srcId="{907CC7EE-047E-475D-BC35-658B9307C403}" destId="{582B183E-B27A-4544-B696-CBB6F38B0DAB}" srcOrd="3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5919E7-1444-41B6-9DD0-37D3D70B4CD2}" type="doc">
      <dgm:prSet loTypeId="urn:microsoft.com/office/officeart/2005/8/layout/arrow4" loCatId="relationship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s-CL"/>
        </a:p>
      </dgm:t>
    </dgm:pt>
    <dgm:pt modelId="{0AF88169-A08D-4E1A-ABCD-7972464CBE95}">
      <dgm:prSet phldrT="[Text]"/>
      <dgm:spPr/>
      <dgm:t>
        <a:bodyPr/>
        <a:lstStyle/>
        <a:p>
          <a:r>
            <a:rPr lang="es-CL" dirty="0"/>
            <a:t>Hiper-Localización</a:t>
          </a:r>
        </a:p>
      </dgm:t>
    </dgm:pt>
    <dgm:pt modelId="{CA1D3097-E450-433E-8887-DDF1DD29ABF2}" type="parTrans" cxnId="{35B9570B-009B-41CF-9228-C9C57D382F5B}">
      <dgm:prSet/>
      <dgm:spPr/>
      <dgm:t>
        <a:bodyPr/>
        <a:lstStyle/>
        <a:p>
          <a:endParaRPr lang="es-CL"/>
        </a:p>
      </dgm:t>
    </dgm:pt>
    <dgm:pt modelId="{F92CFFB9-D2E1-4E26-9D0B-47A55D9CB5CF}" type="sibTrans" cxnId="{35B9570B-009B-41CF-9228-C9C57D382F5B}">
      <dgm:prSet/>
      <dgm:spPr/>
      <dgm:t>
        <a:bodyPr/>
        <a:lstStyle/>
        <a:p>
          <a:endParaRPr lang="es-CL"/>
        </a:p>
      </dgm:t>
    </dgm:pt>
    <dgm:pt modelId="{842AF50B-AEF4-45CD-97D0-BF8A5F8A0B8C}">
      <dgm:prSet phldrT="[Text]"/>
      <dgm:spPr/>
      <dgm:t>
        <a:bodyPr/>
        <a:lstStyle/>
        <a:p>
          <a:r>
            <a:rPr lang="es-CL" dirty="0"/>
            <a:t>Baja Contribución</a:t>
          </a:r>
        </a:p>
      </dgm:t>
    </dgm:pt>
    <dgm:pt modelId="{91DF80F9-6120-4262-B4FF-39886F77CD53}" type="parTrans" cxnId="{80F33723-610C-45C9-8178-32ACD5325DE7}">
      <dgm:prSet/>
      <dgm:spPr/>
      <dgm:t>
        <a:bodyPr/>
        <a:lstStyle/>
        <a:p>
          <a:endParaRPr lang="es-CL"/>
        </a:p>
      </dgm:t>
    </dgm:pt>
    <dgm:pt modelId="{3FFD4DAF-C642-41E1-8E8D-06D4BF3B013C}" type="sibTrans" cxnId="{80F33723-610C-45C9-8178-32ACD5325DE7}">
      <dgm:prSet/>
      <dgm:spPr/>
      <dgm:t>
        <a:bodyPr/>
        <a:lstStyle/>
        <a:p>
          <a:endParaRPr lang="es-CL"/>
        </a:p>
      </dgm:t>
    </dgm:pt>
    <dgm:pt modelId="{902FA7B3-67EF-499B-AA46-B667A7F1515F}" type="pres">
      <dgm:prSet presAssocID="{D75919E7-1444-41B6-9DD0-37D3D70B4CD2}" presName="compositeShape" presStyleCnt="0">
        <dgm:presLayoutVars>
          <dgm:chMax val="2"/>
          <dgm:dir/>
          <dgm:resizeHandles val="exact"/>
        </dgm:presLayoutVars>
      </dgm:prSet>
      <dgm:spPr/>
    </dgm:pt>
    <dgm:pt modelId="{F842EC38-165B-4AA5-BE6B-19ABBD919BD5}" type="pres">
      <dgm:prSet presAssocID="{0AF88169-A08D-4E1A-ABCD-7972464CBE95}" presName="upArrow" presStyleLbl="node1" presStyleIdx="0" presStyleCnt="2"/>
      <dgm:spPr/>
    </dgm:pt>
    <dgm:pt modelId="{A81B4CDD-CF92-4FCA-8D1F-0DE1F53D67CA}" type="pres">
      <dgm:prSet presAssocID="{0AF88169-A08D-4E1A-ABCD-7972464CBE95}" presName="upArrowText" presStyleLbl="revTx" presStyleIdx="0" presStyleCnt="2">
        <dgm:presLayoutVars>
          <dgm:chMax val="0"/>
          <dgm:bulletEnabled val="1"/>
        </dgm:presLayoutVars>
      </dgm:prSet>
      <dgm:spPr/>
    </dgm:pt>
    <dgm:pt modelId="{477184A6-3C8C-4CDA-AA5F-4864D533B0A0}" type="pres">
      <dgm:prSet presAssocID="{842AF50B-AEF4-45CD-97D0-BF8A5F8A0B8C}" presName="downArrow" presStyleLbl="node1" presStyleIdx="1" presStyleCnt="2"/>
      <dgm:spPr/>
    </dgm:pt>
    <dgm:pt modelId="{2BE762A1-E36E-4487-A371-244A16BD1A8E}" type="pres">
      <dgm:prSet presAssocID="{842AF50B-AEF4-45CD-97D0-BF8A5F8A0B8C}" presName="downArrowText" presStyleLbl="revTx" presStyleIdx="1" presStyleCnt="2">
        <dgm:presLayoutVars>
          <dgm:chMax val="0"/>
          <dgm:bulletEnabled val="1"/>
        </dgm:presLayoutVars>
      </dgm:prSet>
      <dgm:spPr/>
    </dgm:pt>
  </dgm:ptLst>
  <dgm:cxnLst>
    <dgm:cxn modelId="{35B9570B-009B-41CF-9228-C9C57D382F5B}" srcId="{D75919E7-1444-41B6-9DD0-37D3D70B4CD2}" destId="{0AF88169-A08D-4E1A-ABCD-7972464CBE95}" srcOrd="0" destOrd="0" parTransId="{CA1D3097-E450-433E-8887-DDF1DD29ABF2}" sibTransId="{F92CFFB9-D2E1-4E26-9D0B-47A55D9CB5CF}"/>
    <dgm:cxn modelId="{85694E1E-405F-432F-AAFF-57D22549139C}" type="presOf" srcId="{D75919E7-1444-41B6-9DD0-37D3D70B4CD2}" destId="{902FA7B3-67EF-499B-AA46-B667A7F1515F}" srcOrd="0" destOrd="0" presId="urn:microsoft.com/office/officeart/2005/8/layout/arrow4"/>
    <dgm:cxn modelId="{80F33723-610C-45C9-8178-32ACD5325DE7}" srcId="{D75919E7-1444-41B6-9DD0-37D3D70B4CD2}" destId="{842AF50B-AEF4-45CD-97D0-BF8A5F8A0B8C}" srcOrd="1" destOrd="0" parTransId="{91DF80F9-6120-4262-B4FF-39886F77CD53}" sibTransId="{3FFD4DAF-C642-41E1-8E8D-06D4BF3B013C}"/>
    <dgm:cxn modelId="{4615B278-FEA2-4F14-8873-676E2CA62AB1}" type="presOf" srcId="{0AF88169-A08D-4E1A-ABCD-7972464CBE95}" destId="{A81B4CDD-CF92-4FCA-8D1F-0DE1F53D67CA}" srcOrd="0" destOrd="0" presId="urn:microsoft.com/office/officeart/2005/8/layout/arrow4"/>
    <dgm:cxn modelId="{2E8ABC59-C8D0-49C6-9ADA-022E2A6BD4FC}" type="presOf" srcId="{842AF50B-AEF4-45CD-97D0-BF8A5F8A0B8C}" destId="{2BE762A1-E36E-4487-A371-244A16BD1A8E}" srcOrd="0" destOrd="0" presId="urn:microsoft.com/office/officeart/2005/8/layout/arrow4"/>
    <dgm:cxn modelId="{8B17E8D5-DB9E-40DB-832F-FD65E6FD8F78}" type="presParOf" srcId="{902FA7B3-67EF-499B-AA46-B667A7F1515F}" destId="{F842EC38-165B-4AA5-BE6B-19ABBD919BD5}" srcOrd="0" destOrd="0" presId="urn:microsoft.com/office/officeart/2005/8/layout/arrow4"/>
    <dgm:cxn modelId="{B31D97CA-1836-4A14-80E9-43865D09762C}" type="presParOf" srcId="{902FA7B3-67EF-499B-AA46-B667A7F1515F}" destId="{A81B4CDD-CF92-4FCA-8D1F-0DE1F53D67CA}" srcOrd="1" destOrd="0" presId="urn:microsoft.com/office/officeart/2005/8/layout/arrow4"/>
    <dgm:cxn modelId="{72653904-F9AD-43DF-BC1A-FB9881C7D22C}" type="presParOf" srcId="{902FA7B3-67EF-499B-AA46-B667A7F1515F}" destId="{477184A6-3C8C-4CDA-AA5F-4864D533B0A0}" srcOrd="2" destOrd="0" presId="urn:microsoft.com/office/officeart/2005/8/layout/arrow4"/>
    <dgm:cxn modelId="{DFEADC6D-8058-4E2C-B954-0921715CE04D}" type="presParOf" srcId="{902FA7B3-67EF-499B-AA46-B667A7F1515F}" destId="{2BE762A1-E36E-4487-A371-244A16BD1A8E}" srcOrd="3" destOrd="0" presId="urn:microsoft.com/office/officeart/2005/8/layout/arrow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109E1A8-76EA-43EA-A2C4-46B13027F61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9277CAAD-3910-4858-B2AF-C51A9E6BB2DA}">
      <dgm:prSet/>
      <dgm:spPr/>
      <dgm:t>
        <a:bodyPr/>
        <a:lstStyle/>
        <a:p>
          <a:r>
            <a:rPr lang="en-US" b="0" i="0" dirty="0"/>
            <a:t>KPIs de </a:t>
          </a:r>
          <a:r>
            <a:rPr lang="en-US" b="0" i="0" dirty="0" err="1"/>
            <a:t>Éxito</a:t>
          </a:r>
          <a:endParaRPr lang="es-CL" dirty="0"/>
        </a:p>
      </dgm:t>
    </dgm:pt>
    <dgm:pt modelId="{0A5B2C0B-5250-4769-9686-AA9B1D0090D7}" type="parTrans" cxnId="{0675BEEB-88E7-4E81-88F3-7F9FA07E29D6}">
      <dgm:prSet/>
      <dgm:spPr/>
      <dgm:t>
        <a:bodyPr/>
        <a:lstStyle/>
        <a:p>
          <a:endParaRPr lang="es-CL"/>
        </a:p>
      </dgm:t>
    </dgm:pt>
    <dgm:pt modelId="{DD6125CF-048C-4858-B434-6D7AD0F1D02A}" type="sibTrans" cxnId="{0675BEEB-88E7-4E81-88F3-7F9FA07E29D6}">
      <dgm:prSet/>
      <dgm:spPr/>
      <dgm:t>
        <a:bodyPr/>
        <a:lstStyle/>
        <a:p>
          <a:endParaRPr lang="es-CL"/>
        </a:p>
      </dgm:t>
    </dgm:pt>
    <dgm:pt modelId="{66B082C1-B42A-4B16-8135-1B6B8A3495BB}">
      <dgm:prSet/>
      <dgm:spPr/>
      <dgm:t>
        <a:bodyPr/>
        <a:lstStyle/>
        <a:p>
          <a:r>
            <a:rPr lang="es-CL" b="1" dirty="0"/>
            <a:t>Meta: </a:t>
          </a:r>
          <a:r>
            <a:rPr lang="es-CL" dirty="0"/>
            <a:t>Reducir el inventario Clase C en </a:t>
          </a:r>
          <a:r>
            <a:rPr lang="es-CL" b="1" dirty="0"/>
            <a:t>15%.</a:t>
          </a:r>
        </a:p>
      </dgm:t>
    </dgm:pt>
    <dgm:pt modelId="{B57F9F6E-FF70-4D25-8A91-4E69AF05F425}" type="parTrans" cxnId="{4B003FFD-BF43-4657-A455-AAEEDA526816}">
      <dgm:prSet/>
      <dgm:spPr/>
      <dgm:t>
        <a:bodyPr/>
        <a:lstStyle/>
        <a:p>
          <a:endParaRPr lang="es-CL"/>
        </a:p>
      </dgm:t>
    </dgm:pt>
    <dgm:pt modelId="{DC427EB0-4F37-4CC0-B455-C778DFF7C0F5}" type="sibTrans" cxnId="{4B003FFD-BF43-4657-A455-AAEEDA526816}">
      <dgm:prSet/>
      <dgm:spPr/>
      <dgm:t>
        <a:bodyPr/>
        <a:lstStyle/>
        <a:p>
          <a:endParaRPr lang="es-CL"/>
        </a:p>
      </dgm:t>
    </dgm:pt>
    <dgm:pt modelId="{CCD90DCE-19D2-4F9E-B9C3-21D989FAFA2B}">
      <dgm:prSet/>
      <dgm:spPr/>
      <dgm:t>
        <a:bodyPr/>
        <a:lstStyle/>
        <a:p>
          <a:r>
            <a:rPr lang="es-CL" b="1" dirty="0"/>
            <a:t>Meta: </a:t>
          </a:r>
          <a:r>
            <a:rPr lang="es-CL" dirty="0"/>
            <a:t>Aumentar el retorno de inversión del marketing en nichos en un </a:t>
          </a:r>
          <a:r>
            <a:rPr lang="es-CL" b="1" dirty="0"/>
            <a:t>20%</a:t>
          </a:r>
        </a:p>
      </dgm:t>
    </dgm:pt>
    <dgm:pt modelId="{C27E783F-73CD-4691-A4EE-8B22F1B19310}" type="parTrans" cxnId="{4ADEF529-0910-46D5-B729-C138958282E4}">
      <dgm:prSet/>
      <dgm:spPr/>
      <dgm:t>
        <a:bodyPr/>
        <a:lstStyle/>
        <a:p>
          <a:endParaRPr lang="es-CL"/>
        </a:p>
      </dgm:t>
    </dgm:pt>
    <dgm:pt modelId="{99248BFB-8F67-45BC-BD74-02B7C5A17E5B}" type="sibTrans" cxnId="{4ADEF529-0910-46D5-B729-C138958282E4}">
      <dgm:prSet/>
      <dgm:spPr/>
      <dgm:t>
        <a:bodyPr/>
        <a:lstStyle/>
        <a:p>
          <a:endParaRPr lang="es-CL"/>
        </a:p>
      </dgm:t>
    </dgm:pt>
    <dgm:pt modelId="{D20D5E73-D2DC-4264-AF17-B892FC8F6FF9}" type="pres">
      <dgm:prSet presAssocID="{A109E1A8-76EA-43EA-A2C4-46B13027F61E}" presName="Name0" presStyleCnt="0">
        <dgm:presLayoutVars>
          <dgm:dir/>
          <dgm:animLvl val="lvl"/>
          <dgm:resizeHandles val="exact"/>
        </dgm:presLayoutVars>
      </dgm:prSet>
      <dgm:spPr/>
    </dgm:pt>
    <dgm:pt modelId="{AA5B0B42-FFD8-4F56-AF5E-B8069FE375E1}" type="pres">
      <dgm:prSet presAssocID="{9277CAAD-3910-4858-B2AF-C51A9E6BB2DA}" presName="composite" presStyleCnt="0"/>
      <dgm:spPr/>
    </dgm:pt>
    <dgm:pt modelId="{D816EADC-42DB-4CE6-906F-22957A2A1802}" type="pres">
      <dgm:prSet presAssocID="{9277CAAD-3910-4858-B2AF-C51A9E6BB2DA}" presName="parTx" presStyleLbl="alignNode1" presStyleIdx="0" presStyleCnt="1" custLinFactNeighborX="-1576" custLinFactNeighborY="-5356">
        <dgm:presLayoutVars>
          <dgm:chMax val="0"/>
          <dgm:chPref val="0"/>
          <dgm:bulletEnabled val="1"/>
        </dgm:presLayoutVars>
      </dgm:prSet>
      <dgm:spPr/>
    </dgm:pt>
    <dgm:pt modelId="{EA3804FD-0D62-44EA-BDCE-DBEEC6E914D1}" type="pres">
      <dgm:prSet presAssocID="{9277CAAD-3910-4858-B2AF-C51A9E6BB2D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4ADEF529-0910-46D5-B729-C138958282E4}" srcId="{9277CAAD-3910-4858-B2AF-C51A9E6BB2DA}" destId="{CCD90DCE-19D2-4F9E-B9C3-21D989FAFA2B}" srcOrd="1" destOrd="0" parTransId="{C27E783F-73CD-4691-A4EE-8B22F1B19310}" sibTransId="{99248BFB-8F67-45BC-BD74-02B7C5A17E5B}"/>
    <dgm:cxn modelId="{3EFAB738-9A6B-4FD0-B7FF-88A5C9388A91}" type="presOf" srcId="{66B082C1-B42A-4B16-8135-1B6B8A3495BB}" destId="{EA3804FD-0D62-44EA-BDCE-DBEEC6E914D1}" srcOrd="0" destOrd="0" presId="urn:microsoft.com/office/officeart/2005/8/layout/hList1"/>
    <dgm:cxn modelId="{2B7B5A5E-0D48-4502-8013-4C42EA8BA757}" type="presOf" srcId="{A109E1A8-76EA-43EA-A2C4-46B13027F61E}" destId="{D20D5E73-D2DC-4264-AF17-B892FC8F6FF9}" srcOrd="0" destOrd="0" presId="urn:microsoft.com/office/officeart/2005/8/layout/hList1"/>
    <dgm:cxn modelId="{0F07F067-2FE4-4203-B19F-6AB9063F07AC}" type="presOf" srcId="{9277CAAD-3910-4858-B2AF-C51A9E6BB2DA}" destId="{D816EADC-42DB-4CE6-906F-22957A2A1802}" srcOrd="0" destOrd="0" presId="urn:microsoft.com/office/officeart/2005/8/layout/hList1"/>
    <dgm:cxn modelId="{535DC57B-E9EB-4857-BFAE-60DAA38E6695}" type="presOf" srcId="{CCD90DCE-19D2-4F9E-B9C3-21D989FAFA2B}" destId="{EA3804FD-0D62-44EA-BDCE-DBEEC6E914D1}" srcOrd="0" destOrd="1" presId="urn:microsoft.com/office/officeart/2005/8/layout/hList1"/>
    <dgm:cxn modelId="{0675BEEB-88E7-4E81-88F3-7F9FA07E29D6}" srcId="{A109E1A8-76EA-43EA-A2C4-46B13027F61E}" destId="{9277CAAD-3910-4858-B2AF-C51A9E6BB2DA}" srcOrd="0" destOrd="0" parTransId="{0A5B2C0B-5250-4769-9686-AA9B1D0090D7}" sibTransId="{DD6125CF-048C-4858-B434-6D7AD0F1D02A}"/>
    <dgm:cxn modelId="{4B003FFD-BF43-4657-A455-AAEEDA526816}" srcId="{9277CAAD-3910-4858-B2AF-C51A9E6BB2DA}" destId="{66B082C1-B42A-4B16-8135-1B6B8A3495BB}" srcOrd="0" destOrd="0" parTransId="{B57F9F6E-FF70-4D25-8A91-4E69AF05F425}" sibTransId="{DC427EB0-4F37-4CC0-B455-C778DFF7C0F5}"/>
    <dgm:cxn modelId="{7609BBA0-98A4-4566-B997-51621CC0916D}" type="presParOf" srcId="{D20D5E73-D2DC-4264-AF17-B892FC8F6FF9}" destId="{AA5B0B42-FFD8-4F56-AF5E-B8069FE375E1}" srcOrd="0" destOrd="0" presId="urn:microsoft.com/office/officeart/2005/8/layout/hList1"/>
    <dgm:cxn modelId="{4C20D28F-C773-41BC-9C38-316BB550EA9B}" type="presParOf" srcId="{AA5B0B42-FFD8-4F56-AF5E-B8069FE375E1}" destId="{D816EADC-42DB-4CE6-906F-22957A2A1802}" srcOrd="0" destOrd="0" presId="urn:microsoft.com/office/officeart/2005/8/layout/hList1"/>
    <dgm:cxn modelId="{CEFA713C-427F-42C0-855F-610BAF16774D}" type="presParOf" srcId="{AA5B0B42-FFD8-4F56-AF5E-B8069FE375E1}" destId="{EA3804FD-0D62-44EA-BDCE-DBEEC6E914D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5C33C4D-EF78-489D-9023-D5532F1E7F7D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FA0DB7F5-BCED-441A-BDE4-78C83FEF318F}">
      <dgm:prSet phldrT="[Text]"/>
      <dgm:spPr/>
      <dgm:t>
        <a:bodyPr/>
        <a:lstStyle/>
        <a:p>
          <a:r>
            <a:rPr lang="es-CL" dirty="0"/>
            <a:t>Día 1-30</a:t>
          </a:r>
        </a:p>
      </dgm:t>
    </dgm:pt>
    <dgm:pt modelId="{7B16102D-DEDD-414B-AF37-ADB6FF49959E}" type="parTrans" cxnId="{9A780B47-8DE2-46BD-AB90-F22F6A36F2A3}">
      <dgm:prSet/>
      <dgm:spPr/>
      <dgm:t>
        <a:bodyPr/>
        <a:lstStyle/>
        <a:p>
          <a:endParaRPr lang="es-CL"/>
        </a:p>
      </dgm:t>
    </dgm:pt>
    <dgm:pt modelId="{1035414A-980C-43BF-BED4-377D66778C11}" type="sibTrans" cxnId="{9A780B47-8DE2-46BD-AB90-F22F6A36F2A3}">
      <dgm:prSet/>
      <dgm:spPr/>
      <dgm:t>
        <a:bodyPr/>
        <a:lstStyle/>
        <a:p>
          <a:endParaRPr lang="es-CL"/>
        </a:p>
      </dgm:t>
    </dgm:pt>
    <dgm:pt modelId="{2FFF7543-C78C-45A9-A6E4-D13CA6B27972}">
      <dgm:prSet phldrT="[Text]"/>
      <dgm:spPr/>
      <dgm:t>
        <a:bodyPr/>
        <a:lstStyle/>
        <a:p>
          <a:r>
            <a:rPr lang="es-CL" dirty="0"/>
            <a:t>Crear la lista final de Desinversión (Clase C)</a:t>
          </a:r>
        </a:p>
      </dgm:t>
    </dgm:pt>
    <dgm:pt modelId="{A11B9DFA-28AE-4DDA-A267-C4835061C5AF}" type="parTrans" cxnId="{DCFC7DA8-D624-4D66-B8E2-1F71AB7F855A}">
      <dgm:prSet/>
      <dgm:spPr/>
      <dgm:t>
        <a:bodyPr/>
        <a:lstStyle/>
        <a:p>
          <a:endParaRPr lang="es-CL"/>
        </a:p>
      </dgm:t>
    </dgm:pt>
    <dgm:pt modelId="{34071686-4A9E-4629-B451-CC4DB8DE2EB8}" type="sibTrans" cxnId="{DCFC7DA8-D624-4D66-B8E2-1F71AB7F855A}">
      <dgm:prSet/>
      <dgm:spPr/>
      <dgm:t>
        <a:bodyPr/>
        <a:lstStyle/>
        <a:p>
          <a:endParaRPr lang="es-CL"/>
        </a:p>
      </dgm:t>
    </dgm:pt>
    <dgm:pt modelId="{F7905677-E4D0-4F05-91D5-C43967BD208B}">
      <dgm:prSet phldrT="[Text]"/>
      <dgm:spPr/>
      <dgm:t>
        <a:bodyPr/>
        <a:lstStyle/>
        <a:p>
          <a:r>
            <a:rPr lang="es-CL" dirty="0"/>
            <a:t>Día 31-60</a:t>
          </a:r>
        </a:p>
      </dgm:t>
    </dgm:pt>
    <dgm:pt modelId="{18F82D01-E651-4ED1-927C-37B95233DC1E}" type="parTrans" cxnId="{AE5E9FBE-E08D-4015-A8B7-A486441F376B}">
      <dgm:prSet/>
      <dgm:spPr/>
      <dgm:t>
        <a:bodyPr/>
        <a:lstStyle/>
        <a:p>
          <a:endParaRPr lang="es-CL"/>
        </a:p>
      </dgm:t>
    </dgm:pt>
    <dgm:pt modelId="{8A453F80-61C3-4E5A-B570-59D7A05B6533}" type="sibTrans" cxnId="{AE5E9FBE-E08D-4015-A8B7-A486441F376B}">
      <dgm:prSet/>
      <dgm:spPr/>
      <dgm:t>
        <a:bodyPr/>
        <a:lstStyle/>
        <a:p>
          <a:endParaRPr lang="es-CL"/>
        </a:p>
      </dgm:t>
    </dgm:pt>
    <dgm:pt modelId="{8DAED99A-14F8-4344-AB39-589F8F34AD60}">
      <dgm:prSet phldrT="[Text]"/>
      <dgm:spPr/>
      <dgm:t>
        <a:bodyPr/>
        <a:lstStyle/>
        <a:p>
          <a:r>
            <a:rPr lang="es-CL" dirty="0"/>
            <a:t>Establecer contacto con los Top 10 </a:t>
          </a:r>
          <a:r>
            <a:rPr lang="es-CL" dirty="0" err="1"/>
            <a:t>Publishers</a:t>
          </a:r>
          <a:endParaRPr lang="es-CL" dirty="0"/>
        </a:p>
      </dgm:t>
    </dgm:pt>
    <dgm:pt modelId="{5CEB1C3B-D89F-418D-8AA8-97C750B07004}" type="parTrans" cxnId="{76C00BF8-ABD8-4DC6-BF85-3E471E6B5D9D}">
      <dgm:prSet/>
      <dgm:spPr/>
      <dgm:t>
        <a:bodyPr/>
        <a:lstStyle/>
        <a:p>
          <a:endParaRPr lang="es-CL"/>
        </a:p>
      </dgm:t>
    </dgm:pt>
    <dgm:pt modelId="{6DCF0B2E-F653-46EB-957E-2724FC9BDF0F}" type="sibTrans" cxnId="{76C00BF8-ABD8-4DC6-BF85-3E471E6B5D9D}">
      <dgm:prSet/>
      <dgm:spPr/>
      <dgm:t>
        <a:bodyPr/>
        <a:lstStyle/>
        <a:p>
          <a:endParaRPr lang="es-CL"/>
        </a:p>
      </dgm:t>
    </dgm:pt>
    <dgm:pt modelId="{CC9E5BCE-0624-4F63-9A38-5FD51B31A9E7}">
      <dgm:prSet phldrT="[Text]"/>
      <dgm:spPr/>
      <dgm:t>
        <a:bodyPr/>
        <a:lstStyle/>
        <a:p>
          <a:r>
            <a:rPr lang="es-CL" dirty="0"/>
            <a:t>Día 61-90</a:t>
          </a:r>
        </a:p>
      </dgm:t>
    </dgm:pt>
    <dgm:pt modelId="{50759F71-AB67-4505-AEA4-1E3992933F08}" type="parTrans" cxnId="{AA114AFE-7345-4A1A-BA7C-62AABEDD27E6}">
      <dgm:prSet/>
      <dgm:spPr/>
      <dgm:t>
        <a:bodyPr/>
        <a:lstStyle/>
        <a:p>
          <a:endParaRPr lang="es-CL"/>
        </a:p>
      </dgm:t>
    </dgm:pt>
    <dgm:pt modelId="{1610ABF5-379D-4F30-A3A6-AEDA7A10FF17}" type="sibTrans" cxnId="{AA114AFE-7345-4A1A-BA7C-62AABEDD27E6}">
      <dgm:prSet/>
      <dgm:spPr/>
      <dgm:t>
        <a:bodyPr/>
        <a:lstStyle/>
        <a:p>
          <a:endParaRPr lang="es-CL"/>
        </a:p>
      </dgm:t>
    </dgm:pt>
    <dgm:pt modelId="{5B717B8A-3888-4F93-B132-2DFA945FBD79}">
      <dgm:prSet phldrT="[Text]"/>
      <dgm:spPr/>
      <dgm:t>
        <a:bodyPr/>
        <a:lstStyle/>
        <a:p>
          <a:r>
            <a:rPr lang="es-CL" dirty="0"/>
            <a:t>Lanzar el primer piloto de marketing </a:t>
          </a:r>
          <a:r>
            <a:rPr lang="es-CL" dirty="0" err="1"/>
            <a:t>hiper-localizado</a:t>
          </a:r>
          <a:endParaRPr lang="es-CL" dirty="0"/>
        </a:p>
      </dgm:t>
    </dgm:pt>
    <dgm:pt modelId="{2AA362C0-7726-446F-B4CB-DAC472244039}" type="parTrans" cxnId="{A160498E-24A2-4689-9619-79880A61D5C2}">
      <dgm:prSet/>
      <dgm:spPr/>
      <dgm:t>
        <a:bodyPr/>
        <a:lstStyle/>
        <a:p>
          <a:endParaRPr lang="es-CL"/>
        </a:p>
      </dgm:t>
    </dgm:pt>
    <dgm:pt modelId="{BD77CD19-4E16-4609-8DF1-887F85C087FA}" type="sibTrans" cxnId="{A160498E-24A2-4689-9619-79880A61D5C2}">
      <dgm:prSet/>
      <dgm:spPr/>
      <dgm:t>
        <a:bodyPr/>
        <a:lstStyle/>
        <a:p>
          <a:endParaRPr lang="es-CL"/>
        </a:p>
      </dgm:t>
    </dgm:pt>
    <dgm:pt modelId="{1EF4B70A-6065-4159-A45D-613D2D605786}" type="pres">
      <dgm:prSet presAssocID="{E5C33C4D-EF78-489D-9023-D5532F1E7F7D}" presName="linearFlow" presStyleCnt="0">
        <dgm:presLayoutVars>
          <dgm:dir/>
          <dgm:animLvl val="lvl"/>
          <dgm:resizeHandles val="exact"/>
        </dgm:presLayoutVars>
      </dgm:prSet>
      <dgm:spPr/>
    </dgm:pt>
    <dgm:pt modelId="{88253C47-F2CC-4AD7-B206-9BA4D7AC7A35}" type="pres">
      <dgm:prSet presAssocID="{FA0DB7F5-BCED-441A-BDE4-78C83FEF318F}" presName="composite" presStyleCnt="0"/>
      <dgm:spPr/>
    </dgm:pt>
    <dgm:pt modelId="{3E1977C9-C040-4FCC-8625-F0DD561A406F}" type="pres">
      <dgm:prSet presAssocID="{FA0DB7F5-BCED-441A-BDE4-78C83FEF318F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801521A4-FF52-4E6C-9926-DBE5682522AB}" type="pres">
      <dgm:prSet presAssocID="{FA0DB7F5-BCED-441A-BDE4-78C83FEF318F}" presName="descendantText" presStyleLbl="alignAcc1" presStyleIdx="0" presStyleCnt="3">
        <dgm:presLayoutVars>
          <dgm:bulletEnabled val="1"/>
        </dgm:presLayoutVars>
      </dgm:prSet>
      <dgm:spPr/>
    </dgm:pt>
    <dgm:pt modelId="{C093EB9C-22A0-43A6-88DF-88C3494877A0}" type="pres">
      <dgm:prSet presAssocID="{1035414A-980C-43BF-BED4-377D66778C11}" presName="sp" presStyleCnt="0"/>
      <dgm:spPr/>
    </dgm:pt>
    <dgm:pt modelId="{3543B945-99E5-4C4C-A42B-5286FDA0C992}" type="pres">
      <dgm:prSet presAssocID="{F7905677-E4D0-4F05-91D5-C43967BD208B}" presName="composite" presStyleCnt="0"/>
      <dgm:spPr/>
    </dgm:pt>
    <dgm:pt modelId="{D3CA3181-024B-46F8-A929-C08CC7AE8137}" type="pres">
      <dgm:prSet presAssocID="{F7905677-E4D0-4F05-91D5-C43967BD208B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DA9E5EF7-382B-43A1-82C3-77CB151DBB94}" type="pres">
      <dgm:prSet presAssocID="{F7905677-E4D0-4F05-91D5-C43967BD208B}" presName="descendantText" presStyleLbl="alignAcc1" presStyleIdx="1" presStyleCnt="3">
        <dgm:presLayoutVars>
          <dgm:bulletEnabled val="1"/>
        </dgm:presLayoutVars>
      </dgm:prSet>
      <dgm:spPr/>
    </dgm:pt>
    <dgm:pt modelId="{AF211169-5D9A-4E1B-945C-7D7BB207F3F6}" type="pres">
      <dgm:prSet presAssocID="{8A453F80-61C3-4E5A-B570-59D7A05B6533}" presName="sp" presStyleCnt="0"/>
      <dgm:spPr/>
    </dgm:pt>
    <dgm:pt modelId="{EEF317C0-4116-4CDA-A20B-A10C0EE71E0C}" type="pres">
      <dgm:prSet presAssocID="{CC9E5BCE-0624-4F63-9A38-5FD51B31A9E7}" presName="composite" presStyleCnt="0"/>
      <dgm:spPr/>
    </dgm:pt>
    <dgm:pt modelId="{D9423267-B4BC-417B-BF1F-BB3426DEC43E}" type="pres">
      <dgm:prSet presAssocID="{CC9E5BCE-0624-4F63-9A38-5FD51B31A9E7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5F07EAA9-AAF1-422C-AC79-DD47656A2E87}" type="pres">
      <dgm:prSet presAssocID="{CC9E5BCE-0624-4F63-9A38-5FD51B31A9E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5F2CB35C-D8CF-4B1E-95A8-FA355D9D4D13}" type="presOf" srcId="{8DAED99A-14F8-4344-AB39-589F8F34AD60}" destId="{DA9E5EF7-382B-43A1-82C3-77CB151DBB94}" srcOrd="0" destOrd="0" presId="urn:microsoft.com/office/officeart/2005/8/layout/chevron2"/>
    <dgm:cxn modelId="{9A780B47-8DE2-46BD-AB90-F22F6A36F2A3}" srcId="{E5C33C4D-EF78-489D-9023-D5532F1E7F7D}" destId="{FA0DB7F5-BCED-441A-BDE4-78C83FEF318F}" srcOrd="0" destOrd="0" parTransId="{7B16102D-DEDD-414B-AF37-ADB6FF49959E}" sibTransId="{1035414A-980C-43BF-BED4-377D66778C11}"/>
    <dgm:cxn modelId="{D740CC6B-0A0B-4487-A9D1-D73114CF7B44}" type="presOf" srcId="{5B717B8A-3888-4F93-B132-2DFA945FBD79}" destId="{5F07EAA9-AAF1-422C-AC79-DD47656A2E87}" srcOrd="0" destOrd="0" presId="urn:microsoft.com/office/officeart/2005/8/layout/chevron2"/>
    <dgm:cxn modelId="{DE655451-B341-4386-AE89-1970712A0A71}" type="presOf" srcId="{2FFF7543-C78C-45A9-A6E4-D13CA6B27972}" destId="{801521A4-FF52-4E6C-9926-DBE5682522AB}" srcOrd="0" destOrd="0" presId="urn:microsoft.com/office/officeart/2005/8/layout/chevron2"/>
    <dgm:cxn modelId="{A160498E-24A2-4689-9619-79880A61D5C2}" srcId="{CC9E5BCE-0624-4F63-9A38-5FD51B31A9E7}" destId="{5B717B8A-3888-4F93-B132-2DFA945FBD79}" srcOrd="0" destOrd="0" parTransId="{2AA362C0-7726-446F-B4CB-DAC472244039}" sibTransId="{BD77CD19-4E16-4609-8DF1-887F85C087FA}"/>
    <dgm:cxn modelId="{DCFC7DA8-D624-4D66-B8E2-1F71AB7F855A}" srcId="{FA0DB7F5-BCED-441A-BDE4-78C83FEF318F}" destId="{2FFF7543-C78C-45A9-A6E4-D13CA6B27972}" srcOrd="0" destOrd="0" parTransId="{A11B9DFA-28AE-4DDA-A267-C4835061C5AF}" sibTransId="{34071686-4A9E-4629-B451-CC4DB8DE2EB8}"/>
    <dgm:cxn modelId="{F9344AAE-D2A5-4B4A-BCC3-42CE6505FAF2}" type="presOf" srcId="{E5C33C4D-EF78-489D-9023-D5532F1E7F7D}" destId="{1EF4B70A-6065-4159-A45D-613D2D605786}" srcOrd="0" destOrd="0" presId="urn:microsoft.com/office/officeart/2005/8/layout/chevron2"/>
    <dgm:cxn modelId="{AE5E9FBE-E08D-4015-A8B7-A486441F376B}" srcId="{E5C33C4D-EF78-489D-9023-D5532F1E7F7D}" destId="{F7905677-E4D0-4F05-91D5-C43967BD208B}" srcOrd="1" destOrd="0" parTransId="{18F82D01-E651-4ED1-927C-37B95233DC1E}" sibTransId="{8A453F80-61C3-4E5A-B570-59D7A05B6533}"/>
    <dgm:cxn modelId="{8FB052D3-61DC-4230-BA52-581F0D8CC4EE}" type="presOf" srcId="{FA0DB7F5-BCED-441A-BDE4-78C83FEF318F}" destId="{3E1977C9-C040-4FCC-8625-F0DD561A406F}" srcOrd="0" destOrd="0" presId="urn:microsoft.com/office/officeart/2005/8/layout/chevron2"/>
    <dgm:cxn modelId="{1CAB14DC-00F1-4D15-AEDB-A78E704C1249}" type="presOf" srcId="{CC9E5BCE-0624-4F63-9A38-5FD51B31A9E7}" destId="{D9423267-B4BC-417B-BF1F-BB3426DEC43E}" srcOrd="0" destOrd="0" presId="urn:microsoft.com/office/officeart/2005/8/layout/chevron2"/>
    <dgm:cxn modelId="{5BE25BDE-82D4-458D-BBA8-7183F1009AA1}" type="presOf" srcId="{F7905677-E4D0-4F05-91D5-C43967BD208B}" destId="{D3CA3181-024B-46F8-A929-C08CC7AE8137}" srcOrd="0" destOrd="0" presId="urn:microsoft.com/office/officeart/2005/8/layout/chevron2"/>
    <dgm:cxn modelId="{76C00BF8-ABD8-4DC6-BF85-3E471E6B5D9D}" srcId="{F7905677-E4D0-4F05-91D5-C43967BD208B}" destId="{8DAED99A-14F8-4344-AB39-589F8F34AD60}" srcOrd="0" destOrd="0" parTransId="{5CEB1C3B-D89F-418D-8AA8-97C750B07004}" sibTransId="{6DCF0B2E-F653-46EB-957E-2724FC9BDF0F}"/>
    <dgm:cxn modelId="{AA114AFE-7345-4A1A-BA7C-62AABEDD27E6}" srcId="{E5C33C4D-EF78-489D-9023-D5532F1E7F7D}" destId="{CC9E5BCE-0624-4F63-9A38-5FD51B31A9E7}" srcOrd="2" destOrd="0" parTransId="{50759F71-AB67-4505-AEA4-1E3992933F08}" sibTransId="{1610ABF5-379D-4F30-A3A6-AEDA7A10FF17}"/>
    <dgm:cxn modelId="{C0CE4E83-371A-4904-93DF-B6FAE76DB421}" type="presParOf" srcId="{1EF4B70A-6065-4159-A45D-613D2D605786}" destId="{88253C47-F2CC-4AD7-B206-9BA4D7AC7A35}" srcOrd="0" destOrd="0" presId="urn:microsoft.com/office/officeart/2005/8/layout/chevron2"/>
    <dgm:cxn modelId="{9ACAD7D6-B193-45A1-95C8-64E9684E7858}" type="presParOf" srcId="{88253C47-F2CC-4AD7-B206-9BA4D7AC7A35}" destId="{3E1977C9-C040-4FCC-8625-F0DD561A406F}" srcOrd="0" destOrd="0" presId="urn:microsoft.com/office/officeart/2005/8/layout/chevron2"/>
    <dgm:cxn modelId="{E7C38063-A823-4BC9-8ECE-0C25E58F1F80}" type="presParOf" srcId="{88253C47-F2CC-4AD7-B206-9BA4D7AC7A35}" destId="{801521A4-FF52-4E6C-9926-DBE5682522AB}" srcOrd="1" destOrd="0" presId="urn:microsoft.com/office/officeart/2005/8/layout/chevron2"/>
    <dgm:cxn modelId="{2A081CDA-7D89-43AB-A3A9-E04D9B823839}" type="presParOf" srcId="{1EF4B70A-6065-4159-A45D-613D2D605786}" destId="{C093EB9C-22A0-43A6-88DF-88C3494877A0}" srcOrd="1" destOrd="0" presId="urn:microsoft.com/office/officeart/2005/8/layout/chevron2"/>
    <dgm:cxn modelId="{2DC5D4D1-824E-4BD3-8E1A-0B3702FC3A05}" type="presParOf" srcId="{1EF4B70A-6065-4159-A45D-613D2D605786}" destId="{3543B945-99E5-4C4C-A42B-5286FDA0C992}" srcOrd="2" destOrd="0" presId="urn:microsoft.com/office/officeart/2005/8/layout/chevron2"/>
    <dgm:cxn modelId="{C43331EA-46AB-41A4-9F0F-BDE7C5D92CFD}" type="presParOf" srcId="{3543B945-99E5-4C4C-A42B-5286FDA0C992}" destId="{D3CA3181-024B-46F8-A929-C08CC7AE8137}" srcOrd="0" destOrd="0" presId="urn:microsoft.com/office/officeart/2005/8/layout/chevron2"/>
    <dgm:cxn modelId="{2CBDFEA9-E4F1-4F5B-8750-6D4CF60C990A}" type="presParOf" srcId="{3543B945-99E5-4C4C-A42B-5286FDA0C992}" destId="{DA9E5EF7-382B-43A1-82C3-77CB151DBB94}" srcOrd="1" destOrd="0" presId="urn:microsoft.com/office/officeart/2005/8/layout/chevron2"/>
    <dgm:cxn modelId="{96246085-74B9-4F19-8260-83D165D2C12D}" type="presParOf" srcId="{1EF4B70A-6065-4159-A45D-613D2D605786}" destId="{AF211169-5D9A-4E1B-945C-7D7BB207F3F6}" srcOrd="3" destOrd="0" presId="urn:microsoft.com/office/officeart/2005/8/layout/chevron2"/>
    <dgm:cxn modelId="{C199BC82-EEDC-488D-BD42-2BD8898E48BC}" type="presParOf" srcId="{1EF4B70A-6065-4159-A45D-613D2D605786}" destId="{EEF317C0-4116-4CDA-A20B-A10C0EE71E0C}" srcOrd="4" destOrd="0" presId="urn:microsoft.com/office/officeart/2005/8/layout/chevron2"/>
    <dgm:cxn modelId="{03D4A6B9-D6EF-4DE5-B7F3-4867E46B015C}" type="presParOf" srcId="{EEF317C0-4116-4CDA-A20B-A10C0EE71E0C}" destId="{D9423267-B4BC-417B-BF1F-BB3426DEC43E}" srcOrd="0" destOrd="0" presId="urn:microsoft.com/office/officeart/2005/8/layout/chevron2"/>
    <dgm:cxn modelId="{7BC24DF9-7B39-46F7-B546-2222A1ADFAF3}" type="presParOf" srcId="{EEF317C0-4116-4CDA-A20B-A10C0EE71E0C}" destId="{5F07EAA9-AAF1-422C-AC79-DD47656A2E8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4E135-881F-4076-BD15-44D160A0A9B2}">
      <dsp:nvSpPr>
        <dsp:cNvPr id="0" name=""/>
        <dsp:cNvSpPr/>
      </dsp:nvSpPr>
      <dsp:spPr>
        <a:xfrm>
          <a:off x="3663293" y="2145545"/>
          <a:ext cx="2023323" cy="1906146"/>
        </a:xfrm>
        <a:prstGeom prst="gear9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 dirty="0">
              <a:solidFill>
                <a:srgbClr val="2C567A"/>
              </a:solidFill>
            </a:rPr>
            <a:t>Marketing según contribución regional</a:t>
          </a:r>
        </a:p>
      </dsp:txBody>
      <dsp:txXfrm>
        <a:off x="4061313" y="2592051"/>
        <a:ext cx="1227283" cy="979798"/>
      </dsp:txXfrm>
    </dsp:sp>
    <dsp:sp modelId="{00FD579D-4DC3-49C1-AD4C-94765FE683A4}">
      <dsp:nvSpPr>
        <dsp:cNvPr id="0" name=""/>
        <dsp:cNvSpPr/>
      </dsp:nvSpPr>
      <dsp:spPr>
        <a:xfrm>
          <a:off x="2163164" y="1378969"/>
          <a:ext cx="1622300" cy="1622300"/>
        </a:xfrm>
        <a:prstGeom prst="gear6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 dirty="0">
              <a:solidFill>
                <a:srgbClr val="0D1D51"/>
              </a:solidFill>
            </a:rPr>
            <a:t>Alianzas Confiables</a:t>
          </a:r>
        </a:p>
      </dsp:txBody>
      <dsp:txXfrm>
        <a:off x="2571583" y="1789856"/>
        <a:ext cx="805462" cy="800526"/>
      </dsp:txXfrm>
    </dsp:sp>
    <dsp:sp modelId="{C59C665D-9A57-48F8-ACB6-9F900E61672A}">
      <dsp:nvSpPr>
        <dsp:cNvPr id="0" name=""/>
        <dsp:cNvSpPr/>
      </dsp:nvSpPr>
      <dsp:spPr>
        <a:xfrm rot="20700000">
          <a:off x="3071818" y="259747"/>
          <a:ext cx="1589523" cy="1589523"/>
        </a:xfrm>
        <a:prstGeom prst="gear6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100" kern="1200" dirty="0"/>
            <a:t>Estratificación ABC de títulos</a:t>
          </a:r>
        </a:p>
      </dsp:txBody>
      <dsp:txXfrm rot="-20700000">
        <a:off x="3420447" y="608376"/>
        <a:ext cx="892265" cy="892265"/>
      </dsp:txXfrm>
    </dsp:sp>
    <dsp:sp modelId="{7E8421EE-557F-4D13-B43A-51397C35FE0A}">
      <dsp:nvSpPr>
        <dsp:cNvPr id="0" name=""/>
        <dsp:cNvSpPr/>
      </dsp:nvSpPr>
      <dsp:spPr>
        <a:xfrm>
          <a:off x="3287970" y="1570473"/>
          <a:ext cx="2855249" cy="2855249"/>
        </a:xfrm>
        <a:prstGeom prst="circularArrow">
          <a:avLst>
            <a:gd name="adj1" fmla="val 4688"/>
            <a:gd name="adj2" fmla="val 299029"/>
            <a:gd name="adj3" fmla="val 2512877"/>
            <a:gd name="adj4" fmla="val 15868379"/>
            <a:gd name="adj5" fmla="val 5469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F82AB4B-36C4-4EAD-9900-7AEC2C744CF4}">
      <dsp:nvSpPr>
        <dsp:cNvPr id="0" name=""/>
        <dsp:cNvSpPr/>
      </dsp:nvSpPr>
      <dsp:spPr>
        <a:xfrm>
          <a:off x="1875858" y="1020610"/>
          <a:ext cx="2074517" cy="2074517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7C1812-3128-4BA5-9205-1881118D8762}">
      <dsp:nvSpPr>
        <dsp:cNvPr id="0" name=""/>
        <dsp:cNvSpPr/>
      </dsp:nvSpPr>
      <dsp:spPr>
        <a:xfrm>
          <a:off x="2704145" y="-87822"/>
          <a:ext cx="2236747" cy="2236747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93FF9-9CE8-47C5-BE4A-A40719C6D44A}">
      <dsp:nvSpPr>
        <dsp:cNvPr id="0" name=""/>
        <dsp:cNvSpPr/>
      </dsp:nvSpPr>
      <dsp:spPr>
        <a:xfrm>
          <a:off x="3232" y="502004"/>
          <a:ext cx="1653352" cy="83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 dirty="0"/>
            <a:t>Invertir sin Riesgo</a:t>
          </a:r>
        </a:p>
      </dsp:txBody>
      <dsp:txXfrm>
        <a:off x="3232" y="502004"/>
        <a:ext cx="1653352" cy="835312"/>
      </dsp:txXfrm>
    </dsp:sp>
    <dsp:sp modelId="{B3347A5B-4954-4AFC-B1E2-2636AFB2823C}">
      <dsp:nvSpPr>
        <dsp:cNvPr id="0" name=""/>
        <dsp:cNvSpPr/>
      </dsp:nvSpPr>
      <dsp:spPr>
        <a:xfrm>
          <a:off x="1656584" y="293176"/>
          <a:ext cx="330670" cy="1252968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BE9B95-FEB5-4DCE-BAE7-A66B69367560}">
      <dsp:nvSpPr>
        <dsp:cNvPr id="0" name=""/>
        <dsp:cNvSpPr/>
      </dsp:nvSpPr>
      <dsp:spPr>
        <a:xfrm>
          <a:off x="2119523" y="293176"/>
          <a:ext cx="4497118" cy="12529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500" kern="1200" dirty="0">
              <a:solidFill>
                <a:schemeClr val="accent1"/>
              </a:solidFill>
            </a:rPr>
            <a:t>Concentrar el 70% del presupuesto operativo en los títulos aprobados de la clase A.</a:t>
          </a:r>
        </a:p>
      </dsp:txBody>
      <dsp:txXfrm>
        <a:off x="2119523" y="293176"/>
        <a:ext cx="4497118" cy="1252968"/>
      </dsp:txXfrm>
    </dsp:sp>
    <dsp:sp modelId="{E8567D56-69E1-4442-9B4D-09E34D53912D}">
      <dsp:nvSpPr>
        <dsp:cNvPr id="0" name=""/>
        <dsp:cNvSpPr/>
      </dsp:nvSpPr>
      <dsp:spPr>
        <a:xfrm>
          <a:off x="3232" y="2210422"/>
          <a:ext cx="1653352" cy="835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63500" rIns="177800" bIns="6350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500" kern="1200" dirty="0"/>
            <a:t>Recortar  Perdidas</a:t>
          </a:r>
        </a:p>
      </dsp:txBody>
      <dsp:txXfrm>
        <a:off x="3232" y="2210422"/>
        <a:ext cx="1653352" cy="835312"/>
      </dsp:txXfrm>
    </dsp:sp>
    <dsp:sp modelId="{8D2B80E8-A1DE-4345-943E-28F55BDC8F09}">
      <dsp:nvSpPr>
        <dsp:cNvPr id="0" name=""/>
        <dsp:cNvSpPr/>
      </dsp:nvSpPr>
      <dsp:spPr>
        <a:xfrm>
          <a:off x="1656584" y="1636144"/>
          <a:ext cx="330670" cy="1983867"/>
        </a:xfrm>
        <a:prstGeom prst="leftBrace">
          <a:avLst>
            <a:gd name="adj1" fmla="val 35000"/>
            <a:gd name="adj2" fmla="val 50000"/>
          </a:avLst>
        </a:pr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11C9B9-BC6A-493B-BBC0-34AE276DBA23}">
      <dsp:nvSpPr>
        <dsp:cNvPr id="0" name=""/>
        <dsp:cNvSpPr/>
      </dsp:nvSpPr>
      <dsp:spPr>
        <a:xfrm>
          <a:off x="2119523" y="1636144"/>
          <a:ext cx="4497118" cy="1983867"/>
        </a:xfrm>
        <a:prstGeom prst="rect">
          <a:avLst/>
        </a:prstGeom>
        <a:solidFill>
          <a:schemeClr val="accent3">
            <a:hueOff val="-1517781"/>
            <a:satOff val="14814"/>
            <a:lumOff val="-26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500" kern="1200" dirty="0"/>
            <a:t>Implementar un plan de desinversión y descontinuación para los títulos de la clase C (deshacerse de un 80% de inventario que no es rentable)</a:t>
          </a:r>
        </a:p>
      </dsp:txBody>
      <dsp:txXfrm>
        <a:off x="2119523" y="1636144"/>
        <a:ext cx="4497118" cy="19838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6A1304-0309-49C5-9C12-BB3557B185AF}">
      <dsp:nvSpPr>
        <dsp:cNvPr id="0" name=""/>
        <dsp:cNvSpPr/>
      </dsp:nvSpPr>
      <dsp:spPr>
        <a:xfrm>
          <a:off x="0" y="1284198"/>
          <a:ext cx="6572751" cy="2444462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2AD89-B5AA-4602-A1D5-9C5432DA5260}">
      <dsp:nvSpPr>
        <dsp:cNvPr id="0" name=""/>
        <dsp:cNvSpPr/>
      </dsp:nvSpPr>
      <dsp:spPr>
        <a:xfrm>
          <a:off x="3466741" y="1996368"/>
          <a:ext cx="2448734" cy="1222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2560" rIns="0" bIns="1625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1" kern="1200" dirty="0"/>
            <a:t>Impacto:</a:t>
          </a:r>
          <a:r>
            <a:rPr lang="es-CL" sz="1600" kern="1200" dirty="0"/>
            <a:t> Garantizar una tasa de éxito superior al </a:t>
          </a:r>
          <a:r>
            <a:rPr lang="es-CL" sz="1600" b="1" kern="1200" dirty="0"/>
            <a:t>50%</a:t>
          </a:r>
          <a:r>
            <a:rPr lang="es-CL" sz="1600" kern="1200" dirty="0"/>
            <a:t> en nuevos lanzamientos</a:t>
          </a:r>
        </a:p>
      </dsp:txBody>
      <dsp:txXfrm>
        <a:off x="3466741" y="1996368"/>
        <a:ext cx="2448734" cy="1222231"/>
      </dsp:txXfrm>
    </dsp:sp>
    <dsp:sp modelId="{F979F6F3-317F-4C36-B609-510F580CBD3C}">
      <dsp:nvSpPr>
        <dsp:cNvPr id="0" name=""/>
        <dsp:cNvSpPr/>
      </dsp:nvSpPr>
      <dsp:spPr>
        <a:xfrm>
          <a:off x="528259" y="1996368"/>
          <a:ext cx="2448734" cy="1222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62560" rIns="0" bIns="1625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b="1" kern="1200" dirty="0"/>
            <a:t>PRIVILEGIAR EFICIENCIA:</a:t>
          </a:r>
          <a:r>
            <a:rPr lang="es-CL" sz="1600" kern="1200" dirty="0"/>
            <a:t> Asignar el </a:t>
          </a:r>
          <a:r>
            <a:rPr lang="es-CL" sz="1600" b="1" kern="1200" dirty="0"/>
            <a:t>80% </a:t>
          </a:r>
          <a:r>
            <a:rPr lang="es-CL" sz="1600" kern="1200" dirty="0"/>
            <a:t>de los nuevos contratos a </a:t>
          </a:r>
          <a:r>
            <a:rPr lang="es-CL" sz="1600" kern="1200" dirty="0" err="1"/>
            <a:t>Publishers</a:t>
          </a:r>
          <a:r>
            <a:rPr lang="es-CL" sz="1600" kern="1200" dirty="0"/>
            <a:t> del </a:t>
          </a:r>
          <a:r>
            <a:rPr lang="es-CL" sz="1600" b="1" kern="1200" dirty="0"/>
            <a:t>top 10 </a:t>
          </a:r>
          <a:r>
            <a:rPr lang="es-CL" sz="1600" kern="1200" dirty="0"/>
            <a:t>(</a:t>
          </a:r>
          <a:r>
            <a:rPr lang="es-CL" sz="1600" kern="1200" dirty="0" err="1"/>
            <a:t>Ej.Rockstar</a:t>
          </a:r>
          <a:r>
            <a:rPr lang="es-CL" sz="1600" kern="1200" dirty="0"/>
            <a:t> </a:t>
          </a:r>
          <a:r>
            <a:rPr lang="es-CL" sz="1600" kern="1200" dirty="0" err="1"/>
            <a:t>Games</a:t>
          </a:r>
          <a:r>
            <a:rPr lang="es-CL" sz="1600" kern="1200" dirty="0"/>
            <a:t>)</a:t>
          </a:r>
        </a:p>
      </dsp:txBody>
      <dsp:txXfrm>
        <a:off x="528259" y="1996368"/>
        <a:ext cx="2448734" cy="12222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EE3602-C796-4C68-A092-B278EB0E012B}">
      <dsp:nvSpPr>
        <dsp:cNvPr id="0" name=""/>
        <dsp:cNvSpPr/>
      </dsp:nvSpPr>
      <dsp:spPr>
        <a:xfrm>
          <a:off x="1165369" y="463690"/>
          <a:ext cx="4507618" cy="4507618"/>
        </a:xfrm>
        <a:prstGeom prst="pie">
          <a:avLst>
            <a:gd name="adj1" fmla="val 16200000"/>
            <a:gd name="adj2" fmla="val 540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>
              <a:solidFill>
                <a:srgbClr val="0D1D51"/>
              </a:solidFill>
            </a:rPr>
            <a:t>INVERSIÓN PRECISA</a:t>
          </a:r>
          <a:r>
            <a:rPr lang="en-US" sz="1700" b="0" i="0" kern="1200" dirty="0">
              <a:solidFill>
                <a:srgbClr val="0D1D51"/>
              </a:solidFill>
            </a:rPr>
            <a:t>: </a:t>
          </a:r>
          <a:r>
            <a:rPr lang="en-US" sz="1700" b="0" i="0" kern="1200" dirty="0" err="1">
              <a:solidFill>
                <a:srgbClr val="0D1D51"/>
              </a:solidFill>
            </a:rPr>
            <a:t>implementar</a:t>
          </a:r>
          <a:r>
            <a:rPr lang="en-US" sz="1700" b="0" i="0" kern="1200" dirty="0">
              <a:solidFill>
                <a:srgbClr val="0D1D51"/>
              </a:solidFill>
            </a:rPr>
            <a:t> </a:t>
          </a:r>
          <a:r>
            <a:rPr lang="en-US" sz="1700" b="0" i="0" kern="1200" dirty="0" err="1">
              <a:solidFill>
                <a:srgbClr val="0D1D51"/>
              </a:solidFill>
            </a:rPr>
            <a:t>campañas</a:t>
          </a:r>
          <a:r>
            <a:rPr lang="en-US" sz="1700" b="0" i="0" kern="1200" dirty="0">
              <a:solidFill>
                <a:srgbClr val="0D1D51"/>
              </a:solidFill>
            </a:rPr>
            <a:t> </a:t>
          </a:r>
          <a:r>
            <a:rPr lang="en-US" sz="1700" b="1" i="0" kern="1200" dirty="0" err="1">
              <a:solidFill>
                <a:srgbClr val="0D1D51"/>
              </a:solidFill>
            </a:rPr>
            <a:t>hiper-localizadas</a:t>
          </a:r>
          <a:r>
            <a:rPr lang="en-US" sz="1700" b="0" i="0" kern="1200" dirty="0">
              <a:solidFill>
                <a:srgbClr val="0D1D51"/>
              </a:solidFill>
            </a:rPr>
            <a:t> (</a:t>
          </a:r>
          <a:r>
            <a:rPr lang="en-US" sz="1700" b="0" i="0" kern="1200" dirty="0" err="1">
              <a:solidFill>
                <a:srgbClr val="0D1D51"/>
              </a:solidFill>
            </a:rPr>
            <a:t>traducción</a:t>
          </a:r>
          <a:r>
            <a:rPr lang="en-US" sz="1700" b="0" i="0" kern="1200" dirty="0">
              <a:solidFill>
                <a:srgbClr val="0D1D51"/>
              </a:solidFill>
            </a:rPr>
            <a:t>, influencers) para </a:t>
          </a:r>
          <a:r>
            <a:rPr lang="en-US" sz="1700" b="0" i="0" kern="1200" dirty="0" err="1">
              <a:solidFill>
                <a:srgbClr val="0D1D51"/>
              </a:solidFill>
            </a:rPr>
            <a:t>nichos</a:t>
          </a:r>
          <a:r>
            <a:rPr lang="en-US" sz="1700" b="0" i="0" kern="1200" dirty="0">
              <a:solidFill>
                <a:srgbClr val="0D1D51"/>
              </a:solidFill>
            </a:rPr>
            <a:t> (</a:t>
          </a:r>
          <a:r>
            <a:rPr lang="en-US" sz="1700" b="0" i="0" kern="1200" dirty="0" err="1">
              <a:solidFill>
                <a:srgbClr val="0D1D51"/>
              </a:solidFill>
            </a:rPr>
            <a:t>ej</a:t>
          </a:r>
          <a:r>
            <a:rPr lang="en-US" sz="1700" b="0" i="0" kern="1200" dirty="0">
              <a:solidFill>
                <a:srgbClr val="0D1D51"/>
              </a:solidFill>
            </a:rPr>
            <a:t>.: </a:t>
          </a:r>
          <a:r>
            <a:rPr lang="en-US" sz="1700" b="1" i="0" kern="1200" dirty="0">
              <a:solidFill>
                <a:srgbClr val="0D1D51"/>
              </a:solidFill>
            </a:rPr>
            <a:t>RPG</a:t>
          </a:r>
          <a:r>
            <a:rPr lang="en-US" sz="1700" b="0" i="0" kern="1200" dirty="0">
              <a:solidFill>
                <a:srgbClr val="0D1D51"/>
              </a:solidFill>
            </a:rPr>
            <a:t> </a:t>
          </a:r>
          <a:r>
            <a:rPr lang="en-US" sz="1700" b="0" i="0" kern="1200" dirty="0" err="1">
              <a:solidFill>
                <a:srgbClr val="0D1D51"/>
              </a:solidFill>
            </a:rPr>
            <a:t>en</a:t>
          </a:r>
          <a:r>
            <a:rPr lang="en-US" sz="1700" b="0" i="0" kern="1200" dirty="0">
              <a:solidFill>
                <a:srgbClr val="0D1D51"/>
              </a:solidFill>
            </a:rPr>
            <a:t> </a:t>
          </a:r>
          <a:r>
            <a:rPr lang="en-US" sz="1700" b="1" i="0" kern="1200" dirty="0" err="1">
              <a:solidFill>
                <a:srgbClr val="0D1D51"/>
              </a:solidFill>
            </a:rPr>
            <a:t>Japón</a:t>
          </a:r>
          <a:r>
            <a:rPr lang="en-US" sz="1700" b="0" i="0" kern="1200" dirty="0">
              <a:solidFill>
                <a:srgbClr val="0D1D51"/>
              </a:solidFill>
            </a:rPr>
            <a:t> </a:t>
          </a:r>
          <a:r>
            <a:rPr lang="en-US" sz="1700" b="0" i="0" kern="1200" dirty="0" err="1">
              <a:solidFill>
                <a:srgbClr val="0D1D51"/>
              </a:solidFill>
            </a:rPr>
            <a:t>donde</a:t>
          </a:r>
          <a:r>
            <a:rPr lang="en-US" sz="1700" b="0" i="0" kern="1200" dirty="0">
              <a:solidFill>
                <a:srgbClr val="0D1D51"/>
              </a:solidFill>
            </a:rPr>
            <a:t> la </a:t>
          </a:r>
          <a:r>
            <a:rPr lang="en-US" sz="1700" b="0" i="0" kern="1200" dirty="0" err="1">
              <a:solidFill>
                <a:srgbClr val="0D1D51"/>
              </a:solidFill>
            </a:rPr>
            <a:t>contribución</a:t>
          </a:r>
          <a:r>
            <a:rPr lang="en-US" sz="1700" b="0" i="0" kern="1200" dirty="0">
              <a:solidFill>
                <a:srgbClr val="0D1D51"/>
              </a:solidFill>
            </a:rPr>
            <a:t> es del </a:t>
          </a:r>
          <a:r>
            <a:rPr lang="en-US" sz="1700" b="1" i="0" kern="1200" dirty="0">
              <a:solidFill>
                <a:srgbClr val="0D1D51"/>
              </a:solidFill>
            </a:rPr>
            <a:t>14%</a:t>
          </a:r>
          <a:r>
            <a:rPr lang="en-US" sz="1700" b="0" i="0" kern="1200" dirty="0">
              <a:solidFill>
                <a:srgbClr val="0D1D51"/>
              </a:solidFill>
            </a:rPr>
            <a:t>).</a:t>
          </a:r>
          <a:endParaRPr lang="es-CL" sz="1700" kern="1200" dirty="0">
            <a:solidFill>
              <a:srgbClr val="0D1D51"/>
            </a:solidFill>
          </a:endParaRPr>
        </a:p>
      </dsp:txBody>
      <dsp:txXfrm>
        <a:off x="3419179" y="1134466"/>
        <a:ext cx="1583032" cy="3166065"/>
      </dsp:txXfrm>
    </dsp:sp>
    <dsp:sp modelId="{AA38907A-A196-4F89-8E29-2683F21CF7E0}">
      <dsp:nvSpPr>
        <dsp:cNvPr id="0" name=""/>
        <dsp:cNvSpPr/>
      </dsp:nvSpPr>
      <dsp:spPr>
        <a:xfrm>
          <a:off x="1004269" y="429297"/>
          <a:ext cx="4507618" cy="4507618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hueOff val="25217"/>
            <a:satOff val="-11660"/>
            <a:lumOff val="7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>
              <a:solidFill>
                <a:schemeClr val="accent1"/>
              </a:solidFill>
            </a:rPr>
            <a:t>REASIGNACIÓN: </a:t>
          </a:r>
          <a:r>
            <a:rPr lang="en-US" sz="1700" b="1" i="0" kern="1200" dirty="0" err="1">
              <a:solidFill>
                <a:schemeClr val="accent1"/>
              </a:solidFill>
            </a:rPr>
            <a:t>Eliminar</a:t>
          </a:r>
          <a:r>
            <a:rPr lang="en-US" sz="1700" b="1" i="0" kern="1200" dirty="0">
              <a:solidFill>
                <a:schemeClr val="accent1"/>
              </a:solidFill>
            </a:rPr>
            <a:t> </a:t>
          </a:r>
          <a:r>
            <a:rPr lang="en-US" sz="1700" b="1" i="0" kern="1200" dirty="0" err="1">
              <a:solidFill>
                <a:schemeClr val="accent1"/>
              </a:solidFill>
            </a:rPr>
            <a:t>el</a:t>
          </a:r>
          <a:r>
            <a:rPr lang="en-US" sz="1700" b="1" i="0" kern="1200" dirty="0">
              <a:solidFill>
                <a:schemeClr val="accent1"/>
              </a:solidFill>
            </a:rPr>
            <a:t> </a:t>
          </a:r>
          <a:r>
            <a:rPr lang="en-US" sz="1700" b="1" i="0" kern="1200" dirty="0" err="1">
              <a:solidFill>
                <a:schemeClr val="accent1"/>
              </a:solidFill>
            </a:rPr>
            <a:t>gasto</a:t>
          </a:r>
          <a:r>
            <a:rPr lang="en-US" sz="1700" b="1" i="0" kern="1200" dirty="0">
              <a:solidFill>
                <a:schemeClr val="accent1"/>
              </a:solidFill>
            </a:rPr>
            <a:t> </a:t>
          </a:r>
          <a:r>
            <a:rPr lang="en-US" sz="1700" b="1" i="0" kern="1200" dirty="0" err="1">
              <a:solidFill>
                <a:schemeClr val="accent1"/>
              </a:solidFill>
            </a:rPr>
            <a:t>publicitario</a:t>
          </a:r>
          <a:r>
            <a:rPr lang="en-US" sz="1700" b="1" i="0" kern="1200" dirty="0">
              <a:solidFill>
                <a:schemeClr val="accent1"/>
              </a:solidFill>
            </a:rPr>
            <a:t> </a:t>
          </a:r>
          <a:r>
            <a:rPr lang="en-US" sz="1700" b="1" i="0" kern="1200" dirty="0" err="1">
              <a:solidFill>
                <a:schemeClr val="accent1"/>
              </a:solidFill>
            </a:rPr>
            <a:t>en</a:t>
          </a:r>
          <a:r>
            <a:rPr lang="en-US" sz="1700" b="1" i="0" kern="1200" dirty="0">
              <a:solidFill>
                <a:schemeClr val="accent1"/>
              </a:solidFill>
            </a:rPr>
            <a:t> </a:t>
          </a:r>
          <a:r>
            <a:rPr lang="en-US" sz="1700" b="1" i="0" kern="1200" dirty="0" err="1">
              <a:solidFill>
                <a:schemeClr val="accent1"/>
              </a:solidFill>
            </a:rPr>
            <a:t>géneros</a:t>
          </a:r>
          <a:r>
            <a:rPr lang="en-US" sz="1700" b="1" i="0" kern="1200" dirty="0">
              <a:solidFill>
                <a:schemeClr val="accent1"/>
              </a:solidFill>
            </a:rPr>
            <a:t> o </a:t>
          </a:r>
          <a:r>
            <a:rPr lang="en-US" sz="1700" b="1" i="0" kern="1200" dirty="0" err="1">
              <a:solidFill>
                <a:schemeClr val="accent1"/>
              </a:solidFill>
            </a:rPr>
            <a:t>regiones</a:t>
          </a:r>
          <a:r>
            <a:rPr lang="en-US" sz="1700" b="1" i="0" kern="1200" dirty="0">
              <a:solidFill>
                <a:schemeClr val="accent1"/>
              </a:solidFill>
            </a:rPr>
            <a:t> de </a:t>
          </a:r>
          <a:r>
            <a:rPr lang="en-US" sz="1700" b="1" i="0" kern="1200" dirty="0" err="1">
              <a:solidFill>
                <a:schemeClr val="accent1"/>
              </a:solidFill>
            </a:rPr>
            <a:t>contribución</a:t>
          </a:r>
          <a:r>
            <a:rPr lang="en-US" sz="1700" b="1" i="0" kern="1200" dirty="0">
              <a:solidFill>
                <a:schemeClr val="accent1"/>
              </a:solidFill>
            </a:rPr>
            <a:t> inferior al 5% para </a:t>
          </a:r>
          <a:r>
            <a:rPr lang="en-US" sz="1700" b="1" i="0" kern="1200" dirty="0" err="1">
              <a:solidFill>
                <a:schemeClr val="accent1"/>
              </a:solidFill>
            </a:rPr>
            <a:t>reasignar</a:t>
          </a:r>
          <a:r>
            <a:rPr lang="en-US" sz="1700" b="1" i="0" kern="1200" dirty="0">
              <a:solidFill>
                <a:schemeClr val="accent1"/>
              </a:solidFill>
            </a:rPr>
            <a:t> a la </a:t>
          </a:r>
          <a:r>
            <a:rPr lang="en-US" sz="1700" b="1" i="0" kern="1200" dirty="0" err="1">
              <a:solidFill>
                <a:schemeClr val="accent1"/>
              </a:solidFill>
            </a:rPr>
            <a:t>Clase</a:t>
          </a:r>
          <a:r>
            <a:rPr lang="en-US" sz="1700" b="1" i="0" kern="1200" dirty="0">
              <a:solidFill>
                <a:schemeClr val="accent1"/>
              </a:solidFill>
            </a:rPr>
            <a:t> A</a:t>
          </a:r>
          <a:endParaRPr lang="es-CL" sz="1700" b="1" kern="1200" dirty="0">
            <a:solidFill>
              <a:schemeClr val="accent1"/>
            </a:solidFill>
          </a:endParaRPr>
        </a:p>
      </dsp:txBody>
      <dsp:txXfrm>
        <a:off x="1648214" y="1100073"/>
        <a:ext cx="1583032" cy="31660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2EC38-165B-4AA5-BE6B-19ABBD919BD5}">
      <dsp:nvSpPr>
        <dsp:cNvPr id="0" name=""/>
        <dsp:cNvSpPr/>
      </dsp:nvSpPr>
      <dsp:spPr>
        <a:xfrm>
          <a:off x="120260" y="0"/>
          <a:ext cx="1285534" cy="964151"/>
        </a:xfrm>
        <a:prstGeom prst="upArrow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B4CDD-CF92-4FCA-8D1F-0DE1F53D67CA}">
      <dsp:nvSpPr>
        <dsp:cNvPr id="0" name=""/>
        <dsp:cNvSpPr/>
      </dsp:nvSpPr>
      <dsp:spPr>
        <a:xfrm>
          <a:off x="1444361" y="0"/>
          <a:ext cx="2482178" cy="964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0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 dirty="0"/>
            <a:t>Hiper-Localización</a:t>
          </a:r>
        </a:p>
      </dsp:txBody>
      <dsp:txXfrm>
        <a:off x="1444361" y="0"/>
        <a:ext cx="2482178" cy="964151"/>
      </dsp:txXfrm>
    </dsp:sp>
    <dsp:sp modelId="{477184A6-3C8C-4CDA-AA5F-4864D533B0A0}">
      <dsp:nvSpPr>
        <dsp:cNvPr id="0" name=""/>
        <dsp:cNvSpPr/>
      </dsp:nvSpPr>
      <dsp:spPr>
        <a:xfrm>
          <a:off x="505921" y="1044496"/>
          <a:ext cx="1285534" cy="964151"/>
        </a:xfrm>
        <a:prstGeom prst="downArrow">
          <a:avLst/>
        </a:prstGeom>
        <a:solidFill>
          <a:schemeClr val="accent1">
            <a:shade val="80000"/>
            <a:hueOff val="-22257"/>
            <a:satOff val="21374"/>
            <a:lumOff val="187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E762A1-E36E-4487-A371-244A16BD1A8E}">
      <dsp:nvSpPr>
        <dsp:cNvPr id="0" name=""/>
        <dsp:cNvSpPr/>
      </dsp:nvSpPr>
      <dsp:spPr>
        <a:xfrm>
          <a:off x="1830022" y="1044496"/>
          <a:ext cx="2482178" cy="9641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024" tIns="0" rIns="192024" bIns="192024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700" kern="1200" dirty="0"/>
            <a:t>Baja Contribución</a:t>
          </a:r>
        </a:p>
      </dsp:txBody>
      <dsp:txXfrm>
        <a:off x="1830022" y="1044496"/>
        <a:ext cx="2482178" cy="96415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6EADC-42DB-4CE6-906F-22957A2A1802}">
      <dsp:nvSpPr>
        <dsp:cNvPr id="0" name=""/>
        <dsp:cNvSpPr/>
      </dsp:nvSpPr>
      <dsp:spPr>
        <a:xfrm>
          <a:off x="0" y="0"/>
          <a:ext cx="2843784" cy="604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dirty="0"/>
            <a:t>KPIs de </a:t>
          </a:r>
          <a:r>
            <a:rPr lang="en-US" sz="2100" b="0" i="0" kern="1200" dirty="0" err="1"/>
            <a:t>Éxito</a:t>
          </a:r>
          <a:endParaRPr lang="es-CL" sz="2100" kern="1200" dirty="0"/>
        </a:p>
      </dsp:txBody>
      <dsp:txXfrm>
        <a:off x="0" y="0"/>
        <a:ext cx="2843784" cy="604800"/>
      </dsp:txXfrm>
    </dsp:sp>
    <dsp:sp modelId="{EA3804FD-0D62-44EA-BDCE-DBEEC6E914D1}">
      <dsp:nvSpPr>
        <dsp:cNvPr id="0" name=""/>
        <dsp:cNvSpPr/>
      </dsp:nvSpPr>
      <dsp:spPr>
        <a:xfrm>
          <a:off x="0" y="637191"/>
          <a:ext cx="2843784" cy="242109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100" b="1" kern="1200" dirty="0"/>
            <a:t>Meta: </a:t>
          </a:r>
          <a:r>
            <a:rPr lang="es-CL" sz="2100" kern="1200" dirty="0"/>
            <a:t>Reducir el inventario Clase C en </a:t>
          </a:r>
          <a:r>
            <a:rPr lang="es-CL" sz="2100" b="1" kern="1200" dirty="0"/>
            <a:t>15%.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100" b="1" kern="1200" dirty="0"/>
            <a:t>Meta: </a:t>
          </a:r>
          <a:r>
            <a:rPr lang="es-CL" sz="2100" kern="1200" dirty="0"/>
            <a:t>Aumentar el retorno de inversión del marketing en nichos en un </a:t>
          </a:r>
          <a:r>
            <a:rPr lang="es-CL" sz="2100" b="1" kern="1200" dirty="0"/>
            <a:t>20%</a:t>
          </a:r>
        </a:p>
      </dsp:txBody>
      <dsp:txXfrm>
        <a:off x="0" y="637191"/>
        <a:ext cx="2843784" cy="24210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977C9-C040-4FCC-8625-F0DD561A406F}">
      <dsp:nvSpPr>
        <dsp:cNvPr id="0" name=""/>
        <dsp:cNvSpPr/>
      </dsp:nvSpPr>
      <dsp:spPr>
        <a:xfrm rot="5400000">
          <a:off x="-183650" y="184213"/>
          <a:ext cx="1224337" cy="85703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/>
            <a:t>Día 1-30</a:t>
          </a:r>
        </a:p>
      </dsp:txBody>
      <dsp:txXfrm rot="-5400000">
        <a:off x="1" y="429080"/>
        <a:ext cx="857036" cy="367301"/>
      </dsp:txXfrm>
    </dsp:sp>
    <dsp:sp modelId="{801521A4-FF52-4E6C-9926-DBE5682522AB}">
      <dsp:nvSpPr>
        <dsp:cNvPr id="0" name=""/>
        <dsp:cNvSpPr/>
      </dsp:nvSpPr>
      <dsp:spPr>
        <a:xfrm rot="5400000">
          <a:off x="3377058" y="-2519459"/>
          <a:ext cx="795819" cy="5835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400" kern="1200" dirty="0"/>
            <a:t>Crear la lista final de Desinversión (Clase C)</a:t>
          </a:r>
        </a:p>
      </dsp:txBody>
      <dsp:txXfrm rot="-5400000">
        <a:off x="857037" y="39411"/>
        <a:ext cx="5797014" cy="718121"/>
      </dsp:txXfrm>
    </dsp:sp>
    <dsp:sp modelId="{D3CA3181-024B-46F8-A929-C08CC7AE8137}">
      <dsp:nvSpPr>
        <dsp:cNvPr id="0" name=""/>
        <dsp:cNvSpPr/>
      </dsp:nvSpPr>
      <dsp:spPr>
        <a:xfrm rot="5400000">
          <a:off x="-183650" y="1208194"/>
          <a:ext cx="1224337" cy="85703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/>
            <a:t>Día 31-60</a:t>
          </a:r>
        </a:p>
      </dsp:txBody>
      <dsp:txXfrm rot="-5400000">
        <a:off x="1" y="1453061"/>
        <a:ext cx="857036" cy="367301"/>
      </dsp:txXfrm>
    </dsp:sp>
    <dsp:sp modelId="{DA9E5EF7-382B-43A1-82C3-77CB151DBB94}">
      <dsp:nvSpPr>
        <dsp:cNvPr id="0" name=""/>
        <dsp:cNvSpPr/>
      </dsp:nvSpPr>
      <dsp:spPr>
        <a:xfrm rot="5400000">
          <a:off x="3377058" y="-1495478"/>
          <a:ext cx="795819" cy="5835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400" kern="1200" dirty="0"/>
            <a:t>Establecer contacto con los Top 10 </a:t>
          </a:r>
          <a:r>
            <a:rPr lang="es-CL" sz="2400" kern="1200" dirty="0" err="1"/>
            <a:t>Publishers</a:t>
          </a:r>
          <a:endParaRPr lang="es-CL" sz="2400" kern="1200" dirty="0"/>
        </a:p>
      </dsp:txBody>
      <dsp:txXfrm rot="-5400000">
        <a:off x="857037" y="1063392"/>
        <a:ext cx="5797014" cy="718121"/>
      </dsp:txXfrm>
    </dsp:sp>
    <dsp:sp modelId="{D9423267-B4BC-417B-BF1F-BB3426DEC43E}">
      <dsp:nvSpPr>
        <dsp:cNvPr id="0" name=""/>
        <dsp:cNvSpPr/>
      </dsp:nvSpPr>
      <dsp:spPr>
        <a:xfrm rot="5400000">
          <a:off x="-183650" y="2232175"/>
          <a:ext cx="1224337" cy="85703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/>
            <a:t>Día 61-90</a:t>
          </a:r>
        </a:p>
      </dsp:txBody>
      <dsp:txXfrm rot="-5400000">
        <a:off x="1" y="2477042"/>
        <a:ext cx="857036" cy="367301"/>
      </dsp:txXfrm>
    </dsp:sp>
    <dsp:sp modelId="{5F07EAA9-AAF1-422C-AC79-DD47656A2E87}">
      <dsp:nvSpPr>
        <dsp:cNvPr id="0" name=""/>
        <dsp:cNvSpPr/>
      </dsp:nvSpPr>
      <dsp:spPr>
        <a:xfrm rot="5400000">
          <a:off x="3377058" y="-471497"/>
          <a:ext cx="795819" cy="583586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400" kern="1200" dirty="0"/>
            <a:t>Lanzar el primer piloto de marketing </a:t>
          </a:r>
          <a:r>
            <a:rPr lang="es-CL" sz="2400" kern="1200" dirty="0" err="1"/>
            <a:t>hiper-localizado</a:t>
          </a:r>
          <a:endParaRPr lang="es-CL" sz="2400" kern="1200" dirty="0"/>
        </a:p>
      </dsp:txBody>
      <dsp:txXfrm rot="-5400000">
        <a:off x="857037" y="2087373"/>
        <a:ext cx="5797014" cy="7181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4">
  <dgm:title val=""/>
  <dgm:desc val=""/>
  <dgm:catLst>
    <dgm:cat type="relationship" pri="8000"/>
    <dgm:cat type="process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b" for="ch" forName="upArrowText" refType="h" fact="0.48"/>
              <dgm:constr type="l" for="ch" forName="upArrowText" refType="w" refFor="ch" refForName="upArrow" fact="1.03"/>
            </dgm:constrLst>
          </dgm:if>
          <dgm:else name="Name4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b" for="ch" forName="upArrow" refType="h" fact="0.48"/>
              <dgm:constr type="l" for="ch" forName="upArrow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b" for="ch" forName="upArrowText" refType="h" fact="0.48"/>
              <dgm:constr type="l" for="ch" forName="upArrowText" refType="w" refFor="ch" refForName="upArrow" fact="1.03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refFor="ch" refForName="downArrow" fact="0.3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 refType="w" refFor="ch" refForName="downArrow" fact="1.33"/>
            </dgm:constrLst>
          </dgm:else>
        </dgm:choose>
      </dgm:if>
      <dgm:else name="Name5">
        <dgm:choose name="Name6">
          <dgm:if name="Name7" axis="ch" ptType="node" func="cnt" op="lte" val="1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/>
              <dgm:constr type="t" for="ch" forName="upArrowText"/>
              <dgm:constr type="l" for="ch" forName="upArrowText" refType="w" fact="0.1"/>
            </dgm:constrLst>
          </dgm:if>
          <dgm:else name="Name8">
            <dgm:constrLst>
              <dgm:constr type="primFontSz" for="des" ptType="node" op="equ" val="65"/>
              <dgm:constr type="w" for="ch" forName="upArrow" refType="w" fact="0.33"/>
              <dgm:constr type="h" for="ch" forName="upArrow" refType="h" fact="0.48"/>
              <dgm:constr type="t" for="ch" forName="upArrow"/>
              <dgm:constr type="l" for="ch" forName="upArrow" refType="w" fact="0.67"/>
              <dgm:constr type="h" for="ch" forName="upArrow" refType="w" refFor="ch" refForName="upArrow" op="gte" fact="0.75"/>
              <dgm:constr type="w" for="ch" forName="upArrowText" refType="w" fact="0.56"/>
              <dgm:constr type="h" for="ch" forName="upArrowText" refType="h" fact="0.48"/>
              <dgm:constr type="t" for="ch" forName="upArrowText"/>
              <dgm:constr type="l" for="ch" forName="upArrowText" refType="w" fact="0.1"/>
              <dgm:constr type="w" for="ch" forName="downArrow" refType="w" fact="0.33"/>
              <dgm:constr type="h" for="ch" forName="downArrow" refType="h" fact="0.48"/>
              <dgm:constr type="t" for="ch" forName="downArrow" refType="h" fact="0.52"/>
              <dgm:constr type="l" for="ch" forName="downArrow" refType="w" fact="0.57"/>
              <dgm:constr type="h" for="ch" forName="downArrow" refType="w" refFor="ch" refForName="downArrow" op="gte" fact="0.75"/>
              <dgm:constr type="w" for="ch" forName="downArrowText" refType="w" fact="0.56"/>
              <dgm:constr type="h" for="ch" forName="downArrowText" refType="h" fact="0.48"/>
              <dgm:constr type="t" for="ch" forName="downArrowText" refType="h" fact="0.52"/>
              <dgm:constr type="l" for="ch" forName="downArrowText"/>
            </dgm:constrLst>
          </dgm:else>
        </dgm:choose>
      </dgm:else>
    </dgm:choose>
    <dgm:ruleLst/>
    <dgm:forEach name="Name9" axis="ch" ptType="node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chMax val="0"/>
          <dgm:bulletEnabled val="1"/>
        </dgm:varLst>
        <dgm:choose name="Name10">
          <dgm:if name="Name1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2">
            <dgm:choose name="Name13">
              <dgm:if name="Name14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15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  <dgm:forEach name="Name16" axis="ch" ptType="node" st="2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chMax val="0"/>
          <dgm:bulletEnabled val="1"/>
        </dgm:varLst>
        <dgm:choose name="Name17">
          <dgm:if name="Name18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19">
            <dgm:choose name="Name20">
              <dgm:if name="Name21" func="var" arg="dir" op="equ" val="norm">
                <dgm:alg type="tx">
                  <dgm:param type="parTxLTRAlign" val="l"/>
                  <dgm:param type="parTxRTLAlign" val="l"/>
                  <dgm:param type="txAnchorVertCh" val="mid"/>
                </dgm:alg>
              </dgm:if>
              <dgm:else name="Name22">
                <dgm:alg type="tx">
                  <dgm:param type="parTxLTRAlign" val="r"/>
                  <dgm:param type="parTxRTLAlign" val="r"/>
                  <dgm:param type="txAnchorVertCh" val="mid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tMarg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12/3/2025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5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5.sv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93970-B13A-F96D-A4B1-3A1EE74841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202379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02920"/>
            <a:ext cx="10954512" cy="3246120"/>
          </a:xfrm>
        </p:spPr>
        <p:txBody>
          <a:bodyPr anchor="b">
            <a:noAutofit/>
          </a:bodyPr>
          <a:lstStyle>
            <a:lvl1pPr algn="ctr">
              <a:defRPr sz="6600" b="1" i="0" cap="none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758183"/>
            <a:ext cx="10954512" cy="1307592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850392"/>
            <a:ext cx="3913632" cy="4800600"/>
          </a:xfrm>
        </p:spPr>
        <p:txBody>
          <a:bodyPr/>
          <a:lstStyle>
            <a:lvl1pPr>
              <a:defRPr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965960"/>
            <a:ext cx="4050792" cy="2953512"/>
          </a:xfrm>
        </p:spPr>
        <p:txBody>
          <a:bodyPr anchor="ctr" anchorCtr="0"/>
          <a:lstStyle>
            <a:lvl1pPr>
              <a:defRPr cap="all" baseline="0">
                <a:solidFill>
                  <a:schemeClr val="accent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06EB944-76A9-6F98-104E-59CD34F5CF9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898C8E3F-6992-0D8A-CCA1-3DD2C147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756"/>
          <a:stretch/>
        </p:blipFill>
        <p:spPr>
          <a:xfrm>
            <a:off x="8853067" y="1"/>
            <a:ext cx="1875091" cy="1605320"/>
          </a:xfrm>
          <a:prstGeom prst="rect">
            <a:avLst/>
          </a:prstGeom>
        </p:spPr>
      </p:pic>
      <p:pic>
        <p:nvPicPr>
          <p:cNvPr id="13" name="Picture 7">
            <a:extLst>
              <a:ext uri="{FF2B5EF4-FFF2-40B4-BE49-F238E27FC236}">
                <a16:creationId xmlns:a16="http://schemas.microsoft.com/office/drawing/2014/main" id="{4417AC45-4CB7-72E8-3723-B1A3D81FB6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3775" y="5533690"/>
            <a:ext cx="493392" cy="49552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AE5941EF-B160-313A-DA99-73C86EDC4C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6794"/>
          <a:stretch/>
        </p:blipFill>
        <p:spPr>
          <a:xfrm>
            <a:off x="10316909" y="2723673"/>
            <a:ext cx="1875091" cy="360098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EC16221-5852-F1A3-24D1-8EF5E90717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1791"/>
          <a:stretch/>
        </p:blipFill>
        <p:spPr>
          <a:xfrm>
            <a:off x="3497179" y="6324654"/>
            <a:ext cx="910220" cy="54136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D8B34C3-E35E-0B4E-1F8E-59C449A3C8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1904"/>
          <a:stretch/>
        </p:blipFill>
        <p:spPr>
          <a:xfrm>
            <a:off x="1601212" y="0"/>
            <a:ext cx="1032928" cy="718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1FEFCE-5DDA-D353-F1BF-36752F5F07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2917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1325880"/>
            <a:ext cx="10460736" cy="2286000"/>
          </a:xfrm>
        </p:spPr>
        <p:txBody>
          <a:bodyPr anchor="b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7824" y="3749040"/>
            <a:ext cx="10460736" cy="2286000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2723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B6718ABD-4EA5-E3C5-0225-F6671DCA53AD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721A955-CA2D-A65D-6E60-DAAAA4ACFA3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050"/>
          <a:stretch/>
        </p:blipFill>
        <p:spPr>
          <a:xfrm>
            <a:off x="0" y="2887579"/>
            <a:ext cx="2432421" cy="360466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B70155A-604C-AD00-BE69-4505C75CE0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5874" b="-1"/>
          <a:stretch/>
        </p:blipFill>
        <p:spPr>
          <a:xfrm rot="5400000">
            <a:off x="11281284" y="2493882"/>
            <a:ext cx="1032928" cy="88789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74D1084-EF5E-D016-13E0-1840BDFFD0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-880"/>
          <a:stretch/>
        </p:blipFill>
        <p:spPr>
          <a:xfrm>
            <a:off x="9897978" y="5987153"/>
            <a:ext cx="490012" cy="5050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313432"/>
            <a:ext cx="6327648" cy="3218688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032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B9A11-4222-BB4A-66D3-D37C79AC5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r="21" b="21"/>
          <a:stretch/>
        </p:blipFill>
        <p:spPr>
          <a:xfrm>
            <a:off x="-2595" y="1459"/>
            <a:ext cx="12197191" cy="68550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27432"/>
            <a:ext cx="7004304" cy="3566160"/>
          </a:xfrm>
        </p:spPr>
        <p:txBody>
          <a:bodyPr anchor="b">
            <a:noAutofit/>
          </a:bodyPr>
          <a:lstStyle>
            <a:lvl1pPr algn="ctr">
              <a:defRPr sz="60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5" y="3767328"/>
            <a:ext cx="7004303" cy="1161288"/>
          </a:xfrm>
        </p:spPr>
        <p:txBody>
          <a:bodyPr>
            <a:noAutofit/>
          </a:bodyPr>
          <a:lstStyle>
            <a:lvl1pPr marL="0" indent="0" algn="ctr">
              <a:buNone/>
              <a:defRPr sz="32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29623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72C86F9-080E-93F7-C7B1-F5BEAD84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108960" cy="3412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6592" y="1920240"/>
            <a:ext cx="6620256" cy="3913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FF98F94-8801-13BE-8EB4-01921AC196C8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BF5718-9534-FD92-79D7-ECC66603E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2387"/>
          <a:stretch/>
        </p:blipFill>
        <p:spPr>
          <a:xfrm rot="5400000">
            <a:off x="1778676" y="5204330"/>
            <a:ext cx="907513" cy="24653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FF40650-9AD0-96F8-F702-185D1729AF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58" y="5429608"/>
            <a:ext cx="406214" cy="41506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3AC8518-2F0B-6FC0-0C0E-6CE9D00EAC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-4860" b="-1"/>
          <a:stretch/>
        </p:blipFill>
        <p:spPr>
          <a:xfrm>
            <a:off x="10214191" y="365126"/>
            <a:ext cx="1032928" cy="11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6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3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B4AF60-AC65-3E7A-4A5D-EBF1A7030D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063" b="3063"/>
          <a:stretch/>
        </p:blipFill>
        <p:spPr>
          <a:xfrm>
            <a:off x="1" y="2917"/>
            <a:ext cx="12197189" cy="6855082"/>
          </a:xfrm>
          <a:prstGeom prst="rect">
            <a:avLst/>
          </a:prstGeom>
        </p:spPr>
      </p:pic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95671103-2960-81E2-9A76-0E7FDE6B3E55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276856"/>
            <a:ext cx="6327648" cy="3090672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26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2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86060D16-E6F6-EA0E-E58E-526234AB6564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E0958AA-6F1A-C4A2-FB66-1A6F7F8834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>
            <a:off x="569419" y="4426479"/>
            <a:ext cx="1472805" cy="1596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DEADFA2-398E-9388-8295-063D31FB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095" b="-1"/>
          <a:stretch/>
        </p:blipFill>
        <p:spPr>
          <a:xfrm rot="3765410" flipV="1">
            <a:off x="1448505" y="4094575"/>
            <a:ext cx="862484" cy="934988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D09A7588-8EFD-A0C5-4235-45B7D657EC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35453"/>
          <a:stretch/>
        </p:blipFill>
        <p:spPr>
          <a:xfrm>
            <a:off x="9469547" y="5719093"/>
            <a:ext cx="1756858" cy="113890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F04D7D6-513C-D18A-AF21-D10F0E5D3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1" r="-750"/>
          <a:stretch/>
        </p:blipFill>
        <p:spPr>
          <a:xfrm>
            <a:off x="8844546" y="50582"/>
            <a:ext cx="1307037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1816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2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0CE72F6-1D9D-E61E-F1EE-2861FDF76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0432" y="2459736"/>
            <a:ext cx="2843784" cy="309067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33672" y="2523744"/>
            <a:ext cx="6693408" cy="3273552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94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98299DF-E702-8750-30F5-798D7C96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EFAE94C-C299-8167-1BD9-4FC98C04C63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07008" y="2523744"/>
            <a:ext cx="9720072" cy="325526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B32A35F-9C9A-7C7D-DE93-B55FFF07D66E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8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A51A8B-A15C-2A94-1E48-F9615101DF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991" t="11245" r="3785" b="1531"/>
          <a:stretch/>
        </p:blipFill>
        <p:spPr>
          <a:xfrm>
            <a:off x="0" y="2917"/>
            <a:ext cx="12197192" cy="6855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600200"/>
            <a:ext cx="10991088" cy="3657600"/>
          </a:xfrm>
        </p:spPr>
        <p:txBody>
          <a:bodyPr anchor="ctr">
            <a:noAutofit/>
          </a:bodyPr>
          <a:lstStyle>
            <a:lvl1pPr algn="ctr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9492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 04"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3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5697808D-10E0-D8A5-5D07-E176EBB8F2BB}"/>
              </a:ext>
            </a:extLst>
          </p:cNvPr>
          <p:cNvSpPr/>
          <p:nvPr userDrawn="1"/>
        </p:nvSpPr>
        <p:spPr>
          <a:xfrm>
            <a:off x="256674" y="256674"/>
            <a:ext cx="11678651" cy="6352673"/>
          </a:xfrm>
          <a:prstGeom prst="roundRect">
            <a:avLst>
              <a:gd name="adj" fmla="val 4303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7">
            <a:extLst>
              <a:ext uri="{FF2B5EF4-FFF2-40B4-BE49-F238E27FC236}">
                <a16:creationId xmlns:a16="http://schemas.microsoft.com/office/drawing/2014/main" id="{0234D012-F86E-04CE-78C8-2C5A66130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1004" r="-148"/>
          <a:stretch/>
        </p:blipFill>
        <p:spPr>
          <a:xfrm rot="5400000">
            <a:off x="6378170" y="40082"/>
            <a:ext cx="1579705" cy="1600089"/>
          </a:xfrm>
          <a:prstGeom prst="rect">
            <a:avLst/>
          </a:prstGeom>
        </p:spPr>
      </p:pic>
      <p:pic>
        <p:nvPicPr>
          <p:cNvPr id="15" name="Picture 7">
            <a:extLst>
              <a:ext uri="{FF2B5EF4-FFF2-40B4-BE49-F238E27FC236}">
                <a16:creationId xmlns:a16="http://schemas.microsoft.com/office/drawing/2014/main" id="{0BC42061-F838-920E-632E-10EDE7E553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6239" r="25335" b="-1"/>
          <a:stretch/>
        </p:blipFill>
        <p:spPr>
          <a:xfrm rot="16200000">
            <a:off x="6298833" y="-161472"/>
            <a:ext cx="752715" cy="107565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8BEE67F-530E-E41D-FD19-2615180DC3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931"/>
          <a:stretch/>
        </p:blipFill>
        <p:spPr>
          <a:xfrm>
            <a:off x="10439102" y="4145165"/>
            <a:ext cx="1780703" cy="2164311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2CFCA46-5F5A-867F-B19C-4F9ED5BA15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46794"/>
          <a:stretch/>
        </p:blipFill>
        <p:spPr>
          <a:xfrm rot="10800000">
            <a:off x="-27806" y="2452933"/>
            <a:ext cx="1370742" cy="263241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1E8F80C-ACB2-552E-4433-1A8A2708F1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-9728"/>
          <a:stretch/>
        </p:blipFill>
        <p:spPr>
          <a:xfrm rot="18286209">
            <a:off x="887827" y="4958926"/>
            <a:ext cx="910220" cy="10205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</p:spPr>
        <p:txBody>
          <a:bodyPr anchor="b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304" y="2441448"/>
            <a:ext cx="3602736" cy="3575304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1DCC4A1-0DB3-3480-3A1A-78FC85FE7EC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93608" y="2441447"/>
            <a:ext cx="3063240" cy="3575303"/>
          </a:xfrm>
        </p:spPr>
        <p:txBody>
          <a:bodyPr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50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ACFCA6-7ECE-9BFB-9389-6DB74C8628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1" r="21"/>
          <a:stretch/>
        </p:blipFill>
        <p:spPr>
          <a:xfrm>
            <a:off x="-5192" y="-1"/>
            <a:ext cx="12197192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</p:spPr>
        <p:txBody>
          <a:bodyPr anchor="b">
            <a:noAutofit/>
          </a:bodyPr>
          <a:lstStyle>
            <a:lvl1pPr algn="l">
              <a:defRPr sz="6600" b="1" i="0" cap="none" spc="-150" baseline="0">
                <a:solidFill>
                  <a:schemeClr val="accent2">
                    <a:lumMod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</p:spPr>
        <p:txBody>
          <a:bodyPr>
            <a:no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 b="0" cap="all" baseline="0">
                <a:solidFill>
                  <a:schemeClr val="accent2">
                    <a:lumMod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083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noProof="0" dirty="0"/>
              <a:t>8/6/20XX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63001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75912" y="6563001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>
          <a:solidFill>
            <a:schemeClr val="accent2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9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 anchor="b">
            <a:noAutofit/>
          </a:bodyPr>
          <a:lstStyle/>
          <a:p>
            <a:r>
              <a:rPr lang="es-CL" noProof="1"/>
              <a:t>El Plan: Concentrar la inversion, reducir el Riesgo.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935" y="897905"/>
            <a:ext cx="9251577" cy="3218688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j-lt"/>
              </a:rPr>
              <a:t>El </a:t>
            </a:r>
            <a:r>
              <a:rPr lang="es-CL" b="1" dirty="0">
                <a:latin typeface="+mj-lt"/>
              </a:rPr>
              <a:t>análisis de </a:t>
            </a:r>
            <a:r>
              <a:rPr lang="es-CL" b="1" noProof="1">
                <a:latin typeface="+mj-lt"/>
              </a:rPr>
              <a:t>eficiencia</a:t>
            </a:r>
            <a:r>
              <a:rPr lang="es-CL" b="1" dirty="0">
                <a:latin typeface="+mj-lt"/>
              </a:rPr>
              <a:t> </a:t>
            </a:r>
            <a:r>
              <a:rPr lang="es-CL" dirty="0">
                <a:latin typeface="+mj-lt"/>
              </a:rPr>
              <a:t>revela</a:t>
            </a:r>
            <a:r>
              <a:rPr lang="en-US" dirty="0">
                <a:latin typeface="+mj-lt"/>
              </a:rPr>
              <a:t> 3 </a:t>
            </a:r>
            <a:r>
              <a:rPr lang="es-419" dirty="0">
                <a:latin typeface="+mj-lt"/>
              </a:rPr>
              <a:t>palancas</a:t>
            </a:r>
            <a:r>
              <a:rPr lang="en-US" dirty="0">
                <a:latin typeface="+mj-lt"/>
              </a:rPr>
              <a:t> de </a:t>
            </a:r>
            <a:r>
              <a:rPr lang="es-CL" dirty="0">
                <a:latin typeface="+mj-lt"/>
              </a:rPr>
              <a:t>acción</a:t>
            </a:r>
            <a:r>
              <a:rPr lang="en-US" dirty="0">
                <a:latin typeface="+mj-lt"/>
              </a:rPr>
              <a:t> para </a:t>
            </a:r>
            <a:r>
              <a:rPr lang="en-US" dirty="0" err="1">
                <a:latin typeface="+mj-lt"/>
              </a:rPr>
              <a:t>optimizar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portafolio</a:t>
            </a:r>
            <a:r>
              <a:rPr lang="en-US" dirty="0">
                <a:latin typeface="+mj-lt"/>
              </a:rPr>
              <a:t> de </a:t>
            </a:r>
            <a:r>
              <a:rPr lang="en-US" dirty="0" err="1">
                <a:latin typeface="+mj-lt"/>
              </a:rPr>
              <a:t>títulos</a:t>
            </a:r>
            <a:r>
              <a:rPr lang="en-US" dirty="0">
                <a:latin typeface="+mj-lt"/>
              </a:rPr>
              <a:t> y </a:t>
            </a:r>
            <a:r>
              <a:rPr lang="en-US" dirty="0" err="1">
                <a:latin typeface="+mj-lt"/>
              </a:rPr>
              <a:t>alianzas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D7B9109-9E17-1A7A-3A9A-0F1C07BF3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1</a:t>
            </a:fld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1CF73A2-8355-43DD-9DC8-0C7BC73099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5980445"/>
              </p:ext>
            </p:extLst>
          </p:nvPr>
        </p:nvGraphicFramePr>
        <p:xfrm>
          <a:off x="2032000" y="2507249"/>
          <a:ext cx="7246471" cy="4055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21594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506456" cy="1655064"/>
          </a:xfrm>
          <a:noFill/>
        </p:spPr>
        <p:txBody>
          <a:bodyPr>
            <a:noAutofit/>
          </a:bodyPr>
          <a:lstStyle/>
          <a:p>
            <a:r>
              <a:rPr lang="en-US" dirty="0" err="1"/>
              <a:t>Palanca</a:t>
            </a:r>
            <a:r>
              <a:rPr lang="en-US" dirty="0"/>
              <a:t> #1: </a:t>
            </a:r>
            <a:r>
              <a:rPr lang="en-US" dirty="0" err="1"/>
              <a:t>Concentración</a:t>
            </a:r>
            <a:r>
              <a:rPr lang="en-US" dirty="0"/>
              <a:t> de Capital (Principio de Pareto)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432304"/>
            <a:ext cx="3806414" cy="341237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El </a:t>
            </a:r>
            <a:r>
              <a:rPr lang="en-US" dirty="0" err="1"/>
              <a:t>problema</a:t>
            </a:r>
            <a:r>
              <a:rPr lang="en-US" dirty="0"/>
              <a:t>: </a:t>
            </a:r>
            <a:r>
              <a:rPr lang="en-US" dirty="0" err="1"/>
              <a:t>el</a:t>
            </a:r>
            <a:r>
              <a:rPr lang="en-US" dirty="0"/>
              <a:t> 70% de </a:t>
            </a:r>
            <a:r>
              <a:rPr lang="en-US" dirty="0" err="1"/>
              <a:t>nuestro</a:t>
            </a:r>
            <a:r>
              <a:rPr lang="en-US" dirty="0"/>
              <a:t> </a:t>
            </a:r>
            <a:r>
              <a:rPr lang="en-US" dirty="0" err="1"/>
              <a:t>inventario</a:t>
            </a:r>
            <a:r>
              <a:rPr lang="en-US" dirty="0"/>
              <a:t> (</a:t>
            </a:r>
            <a:r>
              <a:rPr lang="en-US" dirty="0" err="1"/>
              <a:t>Videojuegos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C) consume </a:t>
            </a:r>
            <a:r>
              <a:rPr lang="en-US" dirty="0" err="1"/>
              <a:t>recursos</a:t>
            </a:r>
            <a:r>
              <a:rPr lang="en-US" dirty="0"/>
              <a:t> sin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ingresos</a:t>
            </a:r>
            <a:r>
              <a:rPr lang="en-US" dirty="0"/>
              <a:t> </a:t>
            </a:r>
            <a:r>
              <a:rPr lang="en-US" dirty="0" err="1"/>
              <a:t>significativos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39E6080-E7F0-678F-65B9-B64B99BD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C33E2B3-A771-41E2-A104-4AE3A53242C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16647761"/>
              </p:ext>
            </p:extLst>
          </p:nvPr>
        </p:nvGraphicFramePr>
        <p:xfrm>
          <a:off x="4606984" y="2020824"/>
          <a:ext cx="6619875" cy="3913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 err="1"/>
              <a:t>Palanca</a:t>
            </a:r>
            <a:r>
              <a:rPr lang="en-US" dirty="0"/>
              <a:t> #2: </a:t>
            </a:r>
            <a:r>
              <a:rPr lang="en-US" dirty="0" err="1"/>
              <a:t>Mitigación</a:t>
            </a:r>
            <a:r>
              <a:rPr lang="en-US" dirty="0"/>
              <a:t> de </a:t>
            </a:r>
            <a:r>
              <a:rPr lang="en-US" dirty="0" err="1"/>
              <a:t>Riesgos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Alianzas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640F-7F5A-BDB7-205D-765FA80B6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504" y="2142386"/>
            <a:ext cx="6327648" cy="309067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i="1" dirty="0"/>
              <a:t>El </a:t>
            </a:r>
            <a:r>
              <a:rPr lang="en-US" b="1" i="1" dirty="0" err="1"/>
              <a:t>Problema</a:t>
            </a:r>
            <a:r>
              <a:rPr lang="en-US" b="1" i="1" dirty="0"/>
              <a:t>: </a:t>
            </a:r>
            <a:r>
              <a:rPr lang="en-US" i="1" dirty="0" err="1"/>
              <a:t>Depender</a:t>
            </a:r>
            <a:r>
              <a:rPr lang="en-US" i="1" dirty="0"/>
              <a:t> del </a:t>
            </a:r>
            <a:r>
              <a:rPr lang="en-US" i="1" dirty="0" err="1"/>
              <a:t>promedio</a:t>
            </a:r>
            <a:r>
              <a:rPr lang="en-US" i="1" dirty="0"/>
              <a:t> </a:t>
            </a:r>
            <a:r>
              <a:rPr lang="en-US" i="1" dirty="0" err="1"/>
              <a:t>como</a:t>
            </a:r>
            <a:r>
              <a:rPr lang="en-US" i="1" dirty="0"/>
              <a:t> </a:t>
            </a:r>
            <a:r>
              <a:rPr lang="en-US" i="1" dirty="0" err="1"/>
              <a:t>indicador</a:t>
            </a:r>
            <a:r>
              <a:rPr lang="en-US" i="1" dirty="0"/>
              <a:t> </a:t>
            </a:r>
            <a:r>
              <a:rPr lang="en-US" i="1" dirty="0" err="1"/>
              <a:t>nos</a:t>
            </a:r>
            <a:r>
              <a:rPr lang="en-US" i="1" dirty="0"/>
              <a:t> </a:t>
            </a:r>
            <a:r>
              <a:rPr lang="en-US" i="1" dirty="0" err="1"/>
              <a:t>expone</a:t>
            </a:r>
            <a:r>
              <a:rPr lang="en-US" i="1" dirty="0"/>
              <a:t> a </a:t>
            </a:r>
            <a:r>
              <a:rPr lang="en-US" i="1" dirty="0" err="1"/>
              <a:t>socios</a:t>
            </a:r>
            <a:r>
              <a:rPr lang="en-US" i="1" dirty="0"/>
              <a:t> </a:t>
            </a:r>
            <a:r>
              <a:rPr lang="en-US" i="1" u="sng" dirty="0"/>
              <a:t>One Hit Wonders </a:t>
            </a:r>
            <a:r>
              <a:rPr lang="en-US" i="1" dirty="0"/>
              <a:t>(</a:t>
            </a:r>
            <a:r>
              <a:rPr lang="en-US" i="1" dirty="0" err="1"/>
              <a:t>alta</a:t>
            </a:r>
            <a:r>
              <a:rPr lang="en-US" i="1" dirty="0"/>
              <a:t> </a:t>
            </a:r>
            <a:r>
              <a:rPr lang="en-US" i="1" dirty="0" err="1"/>
              <a:t>volatilidad</a:t>
            </a:r>
            <a:r>
              <a:rPr lang="en-US" i="1" dirty="0"/>
              <a:t>).</a:t>
            </a:r>
          </a:p>
          <a:p>
            <a:r>
              <a:rPr lang="en-US" b="1" i="1" dirty="0"/>
              <a:t>El </a:t>
            </a:r>
            <a:r>
              <a:rPr lang="en-US" b="1" i="1" dirty="0" err="1"/>
              <a:t>Enfoque</a:t>
            </a:r>
            <a:r>
              <a:rPr lang="en-US" b="1" i="1" dirty="0"/>
              <a:t>: </a:t>
            </a:r>
            <a:r>
              <a:rPr lang="en-US" i="1" dirty="0"/>
              <a:t>El valor de la </a:t>
            </a:r>
            <a:r>
              <a:rPr lang="en-US" i="1" dirty="0" err="1"/>
              <a:t>Mediana</a:t>
            </a:r>
            <a:r>
              <a:rPr lang="en-US" i="1" dirty="0"/>
              <a:t> </a:t>
            </a:r>
            <a:r>
              <a:rPr lang="en-US" i="1" dirty="0" err="1"/>
              <a:t>revela</a:t>
            </a:r>
            <a:r>
              <a:rPr lang="en-US" i="1" dirty="0"/>
              <a:t> a los </a:t>
            </a:r>
            <a:r>
              <a:rPr lang="en-US" i="1" dirty="0" err="1"/>
              <a:t>socios</a:t>
            </a:r>
            <a:r>
              <a:rPr lang="en-US" i="1" dirty="0"/>
              <a:t> con </a:t>
            </a:r>
            <a:r>
              <a:rPr lang="en-US" b="1" i="1" dirty="0" err="1"/>
              <a:t>calidad</a:t>
            </a:r>
            <a:r>
              <a:rPr lang="en-US" b="1" i="1" dirty="0"/>
              <a:t> </a:t>
            </a:r>
            <a:r>
              <a:rPr lang="en-US" b="1" i="1" dirty="0" err="1"/>
              <a:t>consistente</a:t>
            </a:r>
            <a:endParaRPr lang="en-US" b="1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3736AF-0027-E734-82A8-010D7129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A7C606-25F3-4334-8A19-3F9B7B4EA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3" y="3429000"/>
            <a:ext cx="5117233" cy="2502101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843D723-6037-4897-A45A-984ECCD7B8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0932869"/>
              </p:ext>
            </p:extLst>
          </p:nvPr>
        </p:nvGraphicFramePr>
        <p:xfrm>
          <a:off x="372214" y="1801906"/>
          <a:ext cx="6572751" cy="5214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bg2"/>
            </a:gs>
            <a:gs pos="59000">
              <a:schemeClr val="tx2">
                <a:lumMod val="90000"/>
                <a:alpha val="65163"/>
              </a:schemeClr>
            </a:gs>
          </a:gsLst>
          <a:lin ang="16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 err="1"/>
              <a:t>Palanca</a:t>
            </a:r>
            <a:r>
              <a:rPr lang="en-US" dirty="0"/>
              <a:t> #3: </a:t>
            </a:r>
            <a:r>
              <a:rPr lang="en-US" dirty="0" err="1"/>
              <a:t>Optimización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457" y="2441448"/>
            <a:ext cx="3602736" cy="3575304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/>
              <a:t>El </a:t>
            </a:r>
            <a:r>
              <a:rPr lang="en-US" b="1" dirty="0" err="1"/>
              <a:t>Problema</a:t>
            </a:r>
            <a:r>
              <a:rPr lang="en-US" b="1" dirty="0"/>
              <a:t>: </a:t>
            </a:r>
            <a:r>
              <a:rPr lang="en-US" dirty="0"/>
              <a:t>El Marketing </a:t>
            </a:r>
            <a:r>
              <a:rPr lang="en-US" dirty="0" err="1"/>
              <a:t>genérico</a:t>
            </a:r>
            <a:r>
              <a:rPr lang="en-US" dirty="0"/>
              <a:t> es </a:t>
            </a:r>
            <a:r>
              <a:rPr lang="en-US" dirty="0" err="1"/>
              <a:t>ineficiente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nichos</a:t>
            </a:r>
            <a:r>
              <a:rPr lang="en-US" dirty="0"/>
              <a:t> </a:t>
            </a:r>
            <a:r>
              <a:rPr lang="en-US" dirty="0" err="1"/>
              <a:t>culturales</a:t>
            </a:r>
            <a:r>
              <a:rPr lang="en-US" dirty="0"/>
              <a:t>.</a:t>
            </a:r>
          </a:p>
          <a:p>
            <a:r>
              <a:rPr lang="en-US" b="1" dirty="0"/>
              <a:t>El </a:t>
            </a:r>
            <a:r>
              <a:rPr lang="en-US" b="1" dirty="0" err="1"/>
              <a:t>Enfoque</a:t>
            </a:r>
            <a:r>
              <a:rPr lang="en-US" b="1" dirty="0"/>
              <a:t>: </a:t>
            </a:r>
            <a:r>
              <a:rPr lang="en-US" dirty="0" err="1"/>
              <a:t>invertir</a:t>
            </a:r>
            <a:r>
              <a:rPr lang="en-US" dirty="0"/>
              <a:t> solo </a:t>
            </a:r>
            <a:r>
              <a:rPr lang="en-US" dirty="0" err="1"/>
              <a:t>donde</a:t>
            </a:r>
            <a:r>
              <a:rPr lang="en-US" dirty="0"/>
              <a:t> la </a:t>
            </a:r>
            <a:r>
              <a:rPr lang="en-US" dirty="0" err="1"/>
              <a:t>afinidad</a:t>
            </a:r>
            <a:r>
              <a:rPr lang="en-US" dirty="0"/>
              <a:t> cultural es </a:t>
            </a:r>
            <a:r>
              <a:rPr lang="en-US" dirty="0" err="1"/>
              <a:t>comprobada</a:t>
            </a:r>
            <a:r>
              <a:rPr lang="en-US" dirty="0"/>
              <a:t> (</a:t>
            </a:r>
            <a:r>
              <a:rPr lang="en-US" dirty="0" err="1"/>
              <a:t>contribución</a:t>
            </a:r>
            <a:r>
              <a:rPr lang="en-US" dirty="0"/>
              <a:t> % </a:t>
            </a:r>
            <a:r>
              <a:rPr lang="en-US" dirty="0" err="1"/>
              <a:t>alta</a:t>
            </a:r>
            <a:r>
              <a:rPr lang="en-US" dirty="0"/>
              <a:t>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5C46549-90EE-4B13-9DBA-B13EDB3845A7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3614221442"/>
              </p:ext>
            </p:extLst>
          </p:nvPr>
        </p:nvGraphicFramePr>
        <p:xfrm>
          <a:off x="4410636" y="1810869"/>
          <a:ext cx="6623482" cy="5366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F61F934-8535-E086-C153-D48E49B9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8207803-D589-46D8-A65D-BAF00989EE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8168509"/>
              </p:ext>
            </p:extLst>
          </p:nvPr>
        </p:nvGraphicFramePr>
        <p:xfrm>
          <a:off x="1274131" y="4588269"/>
          <a:ext cx="4432461" cy="20086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8980A8C-E659-4B87-BC29-230789EA1C9B}"/>
              </a:ext>
            </a:extLst>
          </p:cNvPr>
          <p:cNvSpPr txBox="1"/>
          <p:nvPr/>
        </p:nvSpPr>
        <p:spPr>
          <a:xfrm>
            <a:off x="1686173" y="4760399"/>
            <a:ext cx="8157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dirty="0">
                <a:effectLst>
                  <a:glow rad="228600">
                    <a:srgbClr val="00B050">
                      <a:alpha val="40000"/>
                    </a:srgbClr>
                  </a:glow>
                </a:effectLst>
              </a:rPr>
              <a:t>+$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B5873-1533-4DDD-9F4B-60FB818EB13B}"/>
              </a:ext>
            </a:extLst>
          </p:cNvPr>
          <p:cNvSpPr txBox="1"/>
          <p:nvPr/>
        </p:nvSpPr>
        <p:spPr>
          <a:xfrm>
            <a:off x="2094067" y="5723216"/>
            <a:ext cx="8157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dirty="0">
                <a:effectLst>
                  <a:glow rad="228600">
                    <a:srgbClr val="FF0000">
                      <a:alpha val="40000"/>
                    </a:srgbClr>
                  </a:glow>
                </a:effectLst>
              </a:rPr>
              <a:t>-$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1" y="66399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/>
              <a:t>Hoja de </a:t>
            </a:r>
            <a:r>
              <a:rPr lang="en-US" dirty="0" err="1"/>
              <a:t>Ruta</a:t>
            </a:r>
            <a:r>
              <a:rPr lang="en-US" dirty="0"/>
              <a:t> de 90 días (</a:t>
            </a:r>
            <a:r>
              <a:rPr lang="en-US" dirty="0" err="1"/>
              <a:t>Métricas</a:t>
            </a:r>
            <a:r>
              <a:rPr lang="en-US" dirty="0"/>
              <a:t> de </a:t>
            </a:r>
            <a:r>
              <a:rPr lang="en-US" dirty="0" err="1"/>
              <a:t>seguimiento</a:t>
            </a:r>
            <a:r>
              <a:rPr lang="en-US" dirty="0"/>
              <a:t>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2C92895-AF32-447A-98F0-9C27BC3E26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606809"/>
              </p:ext>
            </p:extLst>
          </p:nvPr>
        </p:nvGraphicFramePr>
        <p:xfrm>
          <a:off x="8539420" y="2379054"/>
          <a:ext cx="2843784" cy="3090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3F922-669F-7D93-0C1C-D5B16E39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453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4AEAFCC-9224-46DA-9679-6A87F46E87C1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920191981"/>
              </p:ext>
            </p:extLst>
          </p:nvPr>
        </p:nvGraphicFramePr>
        <p:xfrm>
          <a:off x="1311369" y="2379054"/>
          <a:ext cx="6692900" cy="3273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365760"/>
            <a:ext cx="10277856" cy="1655064"/>
          </a:xfrm>
          <a:noFill/>
        </p:spPr>
        <p:txBody>
          <a:bodyPr>
            <a:noAutofit/>
          </a:bodyPr>
          <a:lstStyle/>
          <a:p>
            <a:r>
              <a:rPr lang="en-US" dirty="0" err="1"/>
              <a:t>Próximos</a:t>
            </a:r>
            <a:r>
              <a:rPr lang="en-US" dirty="0"/>
              <a:t> pasos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AF320-61B9-87FA-4DF5-7C3B0DC1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75912" y="6563001"/>
            <a:ext cx="2743200" cy="228600"/>
          </a:xfrm>
        </p:spPr>
        <p:txBody>
          <a:bodyPr/>
          <a:lstStyle/>
          <a:p>
            <a:fld id="{CBD12358-51D2-46B3-9BDE-DF29528B945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89E42-EFDE-4DCE-A5E0-0C0F29F061A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s-CL" dirty="0"/>
              <a:t>La Optimización de portafolio es el camino más rápido para el crecimiento de márgenes. Aprobemos la estrategia de Desinversión y la reasignación inmediata de capital a la Clase A.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3856" y="56450"/>
            <a:ext cx="9912096" cy="2743200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0A6B8-78EB-52CA-3D46-A46FC880D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75304" y="3110546"/>
            <a:ext cx="4114800" cy="2743200"/>
          </a:xfrm>
          <a:noFill/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noProof="0"/>
              <a:t>PEYTON DAVIS</a:t>
            </a:r>
          </a:p>
          <a:p>
            <a:r>
              <a:rPr lang="en-US" noProof="0" dirty="0"/>
              <a:t>424-555-0124</a:t>
            </a:r>
          </a:p>
          <a:p>
            <a:r>
              <a:rPr lang="en-US" noProof="0" dirty="0"/>
              <a:t>PEYTON@PROSEWARE.COM</a:t>
            </a:r>
          </a:p>
          <a:p>
            <a:r>
              <a:rPr lang="en-US" noProof="0" dirty="0"/>
              <a:t>WWW.PROSEWARE.COM</a:t>
            </a:r>
          </a:p>
        </p:txBody>
      </p:sp>
    </p:spTree>
    <p:extLst>
      <p:ext uri="{BB962C8B-B14F-4D97-AF65-F5344CB8AC3E}">
        <p14:creationId xmlns:p14="http://schemas.microsoft.com/office/powerpoint/2010/main" val="375161665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spheres">
      <a:dk1>
        <a:srgbClr val="000000"/>
      </a:dk1>
      <a:lt1>
        <a:srgbClr val="FFFFFF"/>
      </a:lt1>
      <a:dk2>
        <a:srgbClr val="E3E7ED"/>
      </a:dk2>
      <a:lt2>
        <a:srgbClr val="E8E8E8"/>
      </a:lt2>
      <a:accent1>
        <a:srgbClr val="7673F7"/>
      </a:accent1>
      <a:accent2>
        <a:srgbClr val="B8C2FD"/>
      </a:accent2>
      <a:accent3>
        <a:srgbClr val="DFE3FC"/>
      </a:accent3>
      <a:accent4>
        <a:srgbClr val="55B3FD"/>
      </a:accent4>
      <a:accent5>
        <a:srgbClr val="99F7F7"/>
      </a:accent5>
      <a:accent6>
        <a:srgbClr val="FEE43F"/>
      </a:accent6>
      <a:hlink>
        <a:srgbClr val="467886"/>
      </a:hlink>
      <a:folHlink>
        <a:srgbClr val="96607D"/>
      </a:folHlink>
    </a:clrScheme>
    <a:fontScheme name="Custom 23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4076243_win32_CP_V3" id="{81AB0711-29F9-49D0-8A73-16AF25FD4C08}" vid="{D5AD44AB-53B9-4654-A4F8-1821A28F277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67F3CB5-3475-4129-AB60-D0C937DE91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Blue spheres presentation</Template>
  <TotalTime>268</TotalTime>
  <Words>409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Custom</vt:lpstr>
      <vt:lpstr>El Plan: Concentrar la inversion, reducir el Riesgo.</vt:lpstr>
      <vt:lpstr>Palanca #1: Concentración de Capital (Principio de Pareto)</vt:lpstr>
      <vt:lpstr>Palanca #2: Mitigación de Riesgos en Alianzas</vt:lpstr>
      <vt:lpstr>Palanca #3: Optimización en Marketing</vt:lpstr>
      <vt:lpstr>Hoja de Ruta de 90 días (Métricas de seguimiento)</vt:lpstr>
      <vt:lpstr>Próximos pasos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basada en Datos</dc:title>
  <dc:creator>Francisco Javier Bórquez Huentelicán</dc:creator>
  <cp:lastModifiedBy>Francisco Javier Bórquez Huentelicán</cp:lastModifiedBy>
  <cp:revision>10</cp:revision>
  <dcterms:created xsi:type="dcterms:W3CDTF">2025-12-03T18:48:28Z</dcterms:created>
  <dcterms:modified xsi:type="dcterms:W3CDTF">2025-12-03T23:16:45Z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